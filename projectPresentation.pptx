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9" r:id="rId3"/>
    <p:sldId id="264" r:id="rId4"/>
    <p:sldId id="262" r:id="rId5"/>
    <p:sldId id="265" r:id="rId6"/>
    <p:sldId id="263" r:id="rId7"/>
    <p:sldId id="286" r:id="rId8"/>
    <p:sldId id="287" r:id="rId9"/>
    <p:sldId id="270" r:id="rId10"/>
    <p:sldId id="266" r:id="rId11"/>
    <p:sldId id="271" r:id="rId12"/>
    <p:sldId id="272" r:id="rId13"/>
    <p:sldId id="273" r:id="rId14"/>
    <p:sldId id="274" r:id="rId15"/>
    <p:sldId id="275" r:id="rId16"/>
    <p:sldId id="269" r:id="rId17"/>
    <p:sldId id="282" r:id="rId18"/>
    <p:sldId id="283" r:id="rId19"/>
    <p:sldId id="277" r:id="rId20"/>
    <p:sldId id="281" r:id="rId21"/>
    <p:sldId id="268" r:id="rId22"/>
    <p:sldId id="291" r:id="rId23"/>
    <p:sldId id="288" r:id="rId24"/>
    <p:sldId id="289" r:id="rId25"/>
    <p:sldId id="292" r:id="rId26"/>
    <p:sldId id="290" r:id="rId27"/>
    <p:sldId id="293" r:id="rId28"/>
    <p:sldId id="260" r:id="rId29"/>
    <p:sldId id="285" r:id="rId30"/>
    <p:sldId id="279" r:id="rId31"/>
    <p:sldId id="280" r:id="rId32"/>
    <p:sldId id="261" r:id="rId3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652"/>
    <a:srgbClr val="F4F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F83352-28FF-419B-B43F-0DBB91925988}" v="1425" dt="2025-07-23T14:47:33.0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cardo Caccia" userId="8c4489c01a6c1277" providerId="LiveId" clId="{45F83352-28FF-419B-B43F-0DBB91925988}"/>
    <pc:docChg chg="undo redo custSel addSld delSld modSld sldOrd">
      <pc:chgData name="Riccardo Caccia" userId="8c4489c01a6c1277" providerId="LiveId" clId="{45F83352-28FF-419B-B43F-0DBB91925988}" dt="2025-07-23T14:47:33.057" v="8451"/>
      <pc:docMkLst>
        <pc:docMk/>
      </pc:docMkLst>
      <pc:sldChg chg="addSp delSp modSp mod">
        <pc:chgData name="Riccardo Caccia" userId="8c4489c01a6c1277" providerId="LiveId" clId="{45F83352-28FF-419B-B43F-0DBB91925988}" dt="2025-07-22T16:23:34.505" v="7249" actId="20577"/>
        <pc:sldMkLst>
          <pc:docMk/>
          <pc:sldMk cId="601361560" sldId="256"/>
        </pc:sldMkLst>
        <pc:spChg chg="add mod">
          <ac:chgData name="Riccardo Caccia" userId="8c4489c01a6c1277" providerId="LiveId" clId="{45F83352-28FF-419B-B43F-0DBB91925988}" dt="2025-07-04T14:46:28.900" v="85" actId="1076"/>
          <ac:spMkLst>
            <pc:docMk/>
            <pc:sldMk cId="601361560" sldId="256"/>
            <ac:spMk id="3" creationId="{C1E2A68B-6581-42F1-1325-10E6C63745F1}"/>
          </ac:spMkLst>
        </pc:spChg>
        <pc:spChg chg="mod">
          <ac:chgData name="Riccardo Caccia" userId="8c4489c01a6c1277" providerId="LiveId" clId="{45F83352-28FF-419B-B43F-0DBB91925988}" dt="2025-07-22T16:23:34.505" v="7249" actId="20577"/>
          <ac:spMkLst>
            <pc:docMk/>
            <pc:sldMk cId="601361560" sldId="256"/>
            <ac:spMk id="9" creationId="{00000000-0000-0000-0000-000000000000}"/>
          </ac:spMkLst>
        </pc:spChg>
        <pc:spChg chg="mod">
          <ac:chgData name="Riccardo Caccia" userId="8c4489c01a6c1277" providerId="LiveId" clId="{45F83352-28FF-419B-B43F-0DBB91925988}" dt="2025-07-21T20:26:42.415" v="5423" actId="403"/>
          <ac:spMkLst>
            <pc:docMk/>
            <pc:sldMk cId="601361560" sldId="256"/>
            <ac:spMk id="10" creationId="{00000000-0000-0000-0000-000000000000}"/>
          </ac:spMkLst>
        </pc:spChg>
        <pc:spChg chg="mod">
          <ac:chgData name="Riccardo Caccia" userId="8c4489c01a6c1277" providerId="LiveId" clId="{45F83352-28FF-419B-B43F-0DBB91925988}" dt="2025-07-17T10:00:52.652" v="4927" actId="20577"/>
          <ac:spMkLst>
            <pc:docMk/>
            <pc:sldMk cId="601361560" sldId="256"/>
            <ac:spMk id="12" creationId="{00000000-0000-0000-0000-000000000000}"/>
          </ac:spMkLst>
        </pc:spChg>
        <pc:spChg chg="mod">
          <ac:chgData name="Riccardo Caccia" userId="8c4489c01a6c1277" providerId="LiveId" clId="{45F83352-28FF-419B-B43F-0DBB91925988}" dt="2025-07-21T20:26:35.895" v="5422" actId="20577"/>
          <ac:spMkLst>
            <pc:docMk/>
            <pc:sldMk cId="601361560" sldId="256"/>
            <ac:spMk id="13" creationId="{00000000-0000-0000-0000-000000000000}"/>
          </ac:spMkLst>
        </pc:spChg>
      </pc:sldChg>
      <pc:sldChg chg="addSp delSp modSp mod">
        <pc:chgData name="Riccardo Caccia" userId="8c4489c01a6c1277" providerId="LiveId" clId="{45F83352-28FF-419B-B43F-0DBB91925988}" dt="2025-07-23T09:29:55.217" v="8233" actId="20577"/>
        <pc:sldMkLst>
          <pc:docMk/>
          <pc:sldMk cId="1701501580" sldId="259"/>
        </pc:sldMkLst>
        <pc:spChg chg="mod">
          <ac:chgData name="Riccardo Caccia" userId="8c4489c01a6c1277" providerId="LiveId" clId="{45F83352-28FF-419B-B43F-0DBB91925988}" dt="2025-07-23T09:29:55.217" v="8233" actId="20577"/>
          <ac:spMkLst>
            <pc:docMk/>
            <pc:sldMk cId="1701501580" sldId="259"/>
            <ac:spMk id="4" creationId="{8E10D699-B3CE-FE57-4600-5E76A580314E}"/>
          </ac:spMkLst>
        </pc:spChg>
      </pc:sldChg>
      <pc:sldChg chg="addSp modSp mod">
        <pc:chgData name="Riccardo Caccia" userId="8c4489c01a6c1277" providerId="LiveId" clId="{45F83352-28FF-419B-B43F-0DBB91925988}" dt="2025-07-22T14:09:02.728" v="6999" actId="20577"/>
        <pc:sldMkLst>
          <pc:docMk/>
          <pc:sldMk cId="2474996513" sldId="260"/>
        </pc:sldMkLst>
        <pc:spChg chg="add mod">
          <ac:chgData name="Riccardo Caccia" userId="8c4489c01a6c1277" providerId="LiveId" clId="{45F83352-28FF-419B-B43F-0DBB91925988}" dt="2025-07-22T14:09:02.728" v="6999" actId="20577"/>
          <ac:spMkLst>
            <pc:docMk/>
            <pc:sldMk cId="2474996513" sldId="260"/>
            <ac:spMk id="6" creationId="{3022902B-61E5-0765-B97B-CC233248A6D8}"/>
          </ac:spMkLst>
        </pc:spChg>
        <pc:picChg chg="add mod">
          <ac:chgData name="Riccardo Caccia" userId="8c4489c01a6c1277" providerId="LiveId" clId="{45F83352-28FF-419B-B43F-0DBB91925988}" dt="2025-07-07T10:11:27.232" v="3014" actId="1076"/>
          <ac:picMkLst>
            <pc:docMk/>
            <pc:sldMk cId="2474996513" sldId="260"/>
            <ac:picMk id="5" creationId="{FE930344-D013-8EBF-182C-578D1D67E7D1}"/>
          </ac:picMkLst>
        </pc:picChg>
        <pc:picChg chg="add mod">
          <ac:chgData name="Riccardo Caccia" userId="8c4489c01a6c1277" providerId="LiveId" clId="{45F83352-28FF-419B-B43F-0DBB91925988}" dt="2025-07-21T22:09:29.380" v="6285" actId="14100"/>
          <ac:picMkLst>
            <pc:docMk/>
            <pc:sldMk cId="2474996513" sldId="260"/>
            <ac:picMk id="7" creationId="{5BEDF1D5-C04A-DAE4-3FF8-DF606C516A9A}"/>
          </ac:picMkLst>
        </pc:picChg>
      </pc:sldChg>
      <pc:sldChg chg="addSp modSp mod ord">
        <pc:chgData name="Riccardo Caccia" userId="8c4489c01a6c1277" providerId="LiveId" clId="{45F83352-28FF-419B-B43F-0DBB91925988}" dt="2025-07-23T10:21:11.356" v="8402" actId="20577"/>
        <pc:sldMkLst>
          <pc:docMk/>
          <pc:sldMk cId="3959860378" sldId="261"/>
        </pc:sldMkLst>
        <pc:spChg chg="add mod">
          <ac:chgData name="Riccardo Caccia" userId="8c4489c01a6c1277" providerId="LiveId" clId="{45F83352-28FF-419B-B43F-0DBB91925988}" dt="2025-07-23T09:14:41.550" v="7327" actId="1076"/>
          <ac:spMkLst>
            <pc:docMk/>
            <pc:sldMk cId="3959860378" sldId="261"/>
            <ac:spMk id="4" creationId="{59123CFD-4CE2-9533-507E-31F52F627ADA}"/>
          </ac:spMkLst>
        </pc:spChg>
        <pc:spChg chg="add mod">
          <ac:chgData name="Riccardo Caccia" userId="8c4489c01a6c1277" providerId="LiveId" clId="{45F83352-28FF-419B-B43F-0DBB91925988}" dt="2025-07-23T10:21:11.356" v="8402" actId="20577"/>
          <ac:spMkLst>
            <pc:docMk/>
            <pc:sldMk cId="3959860378" sldId="261"/>
            <ac:spMk id="5" creationId="{A0D7D70C-B241-0C0E-4A7D-373E50398F39}"/>
          </ac:spMkLst>
        </pc:spChg>
      </pc:sldChg>
      <pc:sldChg chg="addSp delSp modSp mod">
        <pc:chgData name="Riccardo Caccia" userId="8c4489c01a6c1277" providerId="LiveId" clId="{45F83352-28FF-419B-B43F-0DBB91925988}" dt="2025-07-23T09:30:00.924" v="8234" actId="20577"/>
        <pc:sldMkLst>
          <pc:docMk/>
          <pc:sldMk cId="2947142146" sldId="262"/>
        </pc:sldMkLst>
        <pc:spChg chg="mod">
          <ac:chgData name="Riccardo Caccia" userId="8c4489c01a6c1277" providerId="LiveId" clId="{45F83352-28FF-419B-B43F-0DBB91925988}" dt="2025-07-23T09:30:00.924" v="8234" actId="20577"/>
          <ac:spMkLst>
            <pc:docMk/>
            <pc:sldMk cId="2947142146" sldId="262"/>
            <ac:spMk id="3" creationId="{F8C851B0-F4CE-5E59-A185-D18B577BFF3C}"/>
          </ac:spMkLst>
        </pc:spChg>
        <pc:picChg chg="add mod">
          <ac:chgData name="Riccardo Caccia" userId="8c4489c01a6c1277" providerId="LiveId" clId="{45F83352-28FF-419B-B43F-0DBB91925988}" dt="2025-07-04T15:14:08.126" v="143" actId="1076"/>
          <ac:picMkLst>
            <pc:docMk/>
            <pc:sldMk cId="2947142146" sldId="262"/>
            <ac:picMk id="5" creationId="{488D8F2B-3E29-F2EB-FF16-2DE401341349}"/>
          </ac:picMkLst>
        </pc:picChg>
        <pc:picChg chg="add mod">
          <ac:chgData name="Riccardo Caccia" userId="8c4489c01a6c1277" providerId="LiveId" clId="{45F83352-28FF-419B-B43F-0DBB91925988}" dt="2025-07-22T16:14:12.278" v="7187" actId="1076"/>
          <ac:picMkLst>
            <pc:docMk/>
            <pc:sldMk cId="2947142146" sldId="262"/>
            <ac:picMk id="14" creationId="{108F1875-C353-8752-8B00-13A5B8751525}"/>
          </ac:picMkLst>
        </pc:picChg>
        <pc:picChg chg="add mod">
          <ac:chgData name="Riccardo Caccia" userId="8c4489c01a6c1277" providerId="LiveId" clId="{45F83352-28FF-419B-B43F-0DBB91925988}" dt="2025-07-06T13:30:36.651" v="643" actId="1076"/>
          <ac:picMkLst>
            <pc:docMk/>
            <pc:sldMk cId="2947142146" sldId="262"/>
            <ac:picMk id="18" creationId="{479F1D1A-1BB8-0AD2-73FF-249E75E2D110}"/>
          </ac:picMkLst>
        </pc:picChg>
        <pc:picChg chg="add mod">
          <ac:chgData name="Riccardo Caccia" userId="8c4489c01a6c1277" providerId="LiveId" clId="{45F83352-28FF-419B-B43F-0DBB91925988}" dt="2025-07-06T13:31:00.424" v="647" actId="1076"/>
          <ac:picMkLst>
            <pc:docMk/>
            <pc:sldMk cId="2947142146" sldId="262"/>
            <ac:picMk id="20" creationId="{2B37BE3D-FA0B-9B96-C4D9-11BDBC599FAC}"/>
          </ac:picMkLst>
        </pc:picChg>
        <pc:picChg chg="add mod">
          <ac:chgData name="Riccardo Caccia" userId="8c4489c01a6c1277" providerId="LiveId" clId="{45F83352-28FF-419B-B43F-0DBB91925988}" dt="2025-07-04T15:11:14.639" v="137" actId="14100"/>
          <ac:picMkLst>
            <pc:docMk/>
            <pc:sldMk cId="2947142146" sldId="262"/>
            <ac:picMk id="1026" creationId="{07302B14-AB3C-A8D3-449E-780EF04D6F88}"/>
          </ac:picMkLst>
        </pc:picChg>
        <pc:picChg chg="add mod">
          <ac:chgData name="Riccardo Caccia" userId="8c4489c01a6c1277" providerId="LiveId" clId="{45F83352-28FF-419B-B43F-0DBB91925988}" dt="2025-07-06T10:34:57.576" v="384" actId="167"/>
          <ac:picMkLst>
            <pc:docMk/>
            <pc:sldMk cId="2947142146" sldId="262"/>
            <ac:picMk id="1028" creationId="{BE4F4CF4-6A54-9061-1005-427F9195DCA5}"/>
          </ac:picMkLst>
        </pc:picChg>
        <pc:picChg chg="add mod">
          <ac:chgData name="Riccardo Caccia" userId="8c4489c01a6c1277" providerId="LiveId" clId="{45F83352-28FF-419B-B43F-0DBB91925988}" dt="2025-07-06T10:29:51.349" v="350" actId="167"/>
          <ac:picMkLst>
            <pc:docMk/>
            <pc:sldMk cId="2947142146" sldId="262"/>
            <ac:picMk id="1030" creationId="{7B0DA2B9-CDC8-B226-B715-CC28F8115BD3}"/>
          </ac:picMkLst>
        </pc:picChg>
      </pc:sldChg>
      <pc:sldChg chg="addSp delSp modSp mod">
        <pc:chgData name="Riccardo Caccia" userId="8c4489c01a6c1277" providerId="LiveId" clId="{45F83352-28FF-419B-B43F-0DBB91925988}" dt="2025-07-23T09:30:10.516" v="8236" actId="20577"/>
        <pc:sldMkLst>
          <pc:docMk/>
          <pc:sldMk cId="1620851763" sldId="263"/>
        </pc:sldMkLst>
        <pc:spChg chg="mod">
          <ac:chgData name="Riccardo Caccia" userId="8c4489c01a6c1277" providerId="LiveId" clId="{45F83352-28FF-419B-B43F-0DBB91925988}" dt="2025-07-23T09:30:10.516" v="8236" actId="20577"/>
          <ac:spMkLst>
            <pc:docMk/>
            <pc:sldMk cId="1620851763" sldId="263"/>
            <ac:spMk id="3" creationId="{9999B55D-D58E-CF36-0386-A085AA570A0E}"/>
          </ac:spMkLst>
        </pc:spChg>
        <pc:picChg chg="add mod">
          <ac:chgData name="Riccardo Caccia" userId="8c4489c01a6c1277" providerId="LiveId" clId="{45F83352-28FF-419B-B43F-0DBB91925988}" dt="2025-07-21T21:07:43.465" v="5486" actId="1076"/>
          <ac:picMkLst>
            <pc:docMk/>
            <pc:sldMk cId="1620851763" sldId="263"/>
            <ac:picMk id="5" creationId="{F7113F37-3F70-8A79-AC1D-043BA56EFF95}"/>
          </ac:picMkLst>
        </pc:picChg>
        <pc:picChg chg="add mod">
          <ac:chgData name="Riccardo Caccia" userId="8c4489c01a6c1277" providerId="LiveId" clId="{45F83352-28FF-419B-B43F-0DBB91925988}" dt="2025-07-21T21:07:41.213" v="5485" actId="1076"/>
          <ac:picMkLst>
            <pc:docMk/>
            <pc:sldMk cId="1620851763" sldId="263"/>
            <ac:picMk id="7" creationId="{D3BBEBC1-C0AE-442B-E21F-C1448F03FE0F}"/>
          </ac:picMkLst>
        </pc:picChg>
        <pc:picChg chg="add mod">
          <ac:chgData name="Riccardo Caccia" userId="8c4489c01a6c1277" providerId="LiveId" clId="{45F83352-28FF-419B-B43F-0DBB91925988}" dt="2025-07-21T21:08:33.641" v="5495" actId="1076"/>
          <ac:picMkLst>
            <pc:docMk/>
            <pc:sldMk cId="1620851763" sldId="263"/>
            <ac:picMk id="9" creationId="{6055B0A0-00C6-EA14-94BE-026EA87A1469}"/>
          </ac:picMkLst>
        </pc:picChg>
        <pc:picChg chg="add mod">
          <ac:chgData name="Riccardo Caccia" userId="8c4489c01a6c1277" providerId="LiveId" clId="{45F83352-28FF-419B-B43F-0DBB91925988}" dt="2025-07-21T21:08:26.977" v="5494" actId="1076"/>
          <ac:picMkLst>
            <pc:docMk/>
            <pc:sldMk cId="1620851763" sldId="263"/>
            <ac:picMk id="12" creationId="{92DA0C82-1DEF-A771-FA1D-417D1F2254F0}"/>
          </ac:picMkLst>
        </pc:picChg>
      </pc:sldChg>
      <pc:sldChg chg="addSp modSp mod">
        <pc:chgData name="Riccardo Caccia" userId="8c4489c01a6c1277" providerId="LiveId" clId="{45F83352-28FF-419B-B43F-0DBB91925988}" dt="2025-07-04T14:57:08.525" v="122" actId="1076"/>
        <pc:sldMkLst>
          <pc:docMk/>
          <pc:sldMk cId="39256538" sldId="264"/>
        </pc:sldMkLst>
        <pc:spChg chg="add mod">
          <ac:chgData name="Riccardo Caccia" userId="8c4489c01a6c1277" providerId="LiveId" clId="{45F83352-28FF-419B-B43F-0DBB91925988}" dt="2025-07-04T14:56:49.337" v="121" actId="2710"/>
          <ac:spMkLst>
            <pc:docMk/>
            <pc:sldMk cId="39256538" sldId="264"/>
            <ac:spMk id="6" creationId="{AC13BE6F-CB74-7B0C-E0CC-7FC26B16B71B}"/>
          </ac:spMkLst>
        </pc:spChg>
        <pc:picChg chg="add mod">
          <ac:chgData name="Riccardo Caccia" userId="8c4489c01a6c1277" providerId="LiveId" clId="{45F83352-28FF-419B-B43F-0DBB91925988}" dt="2025-07-04T14:57:08.525" v="122" actId="1076"/>
          <ac:picMkLst>
            <pc:docMk/>
            <pc:sldMk cId="39256538" sldId="264"/>
            <ac:picMk id="5" creationId="{A49E0ACC-EDD0-C1C0-572C-7D45D9747440}"/>
          </ac:picMkLst>
        </pc:picChg>
      </pc:sldChg>
      <pc:sldChg chg="addSp delSp modSp new mod">
        <pc:chgData name="Riccardo Caccia" userId="8c4489c01a6c1277" providerId="LiveId" clId="{45F83352-28FF-419B-B43F-0DBB91925988}" dt="2025-07-23T09:38:45.548" v="8370" actId="20577"/>
        <pc:sldMkLst>
          <pc:docMk/>
          <pc:sldMk cId="173686090" sldId="265"/>
        </pc:sldMkLst>
        <pc:spChg chg="mod">
          <ac:chgData name="Riccardo Caccia" userId="8c4489c01a6c1277" providerId="LiveId" clId="{45F83352-28FF-419B-B43F-0DBB91925988}" dt="2025-07-23T09:30:05.967" v="8235" actId="20577"/>
          <ac:spMkLst>
            <pc:docMk/>
            <pc:sldMk cId="173686090" sldId="265"/>
            <ac:spMk id="3" creationId="{218A4E7C-738F-6225-61F9-FB45A41AE4E3}"/>
          </ac:spMkLst>
        </pc:spChg>
        <pc:spChg chg="add mod">
          <ac:chgData name="Riccardo Caccia" userId="8c4489c01a6c1277" providerId="LiveId" clId="{45F83352-28FF-419B-B43F-0DBB91925988}" dt="2025-07-06T13:00:47.851" v="480" actId="1076"/>
          <ac:spMkLst>
            <pc:docMk/>
            <pc:sldMk cId="173686090" sldId="265"/>
            <ac:spMk id="12" creationId="{6B0D6B54-40FF-9B34-96A8-13DA80619A57}"/>
          </ac:spMkLst>
        </pc:spChg>
        <pc:spChg chg="add mod">
          <ac:chgData name="Riccardo Caccia" userId="8c4489c01a6c1277" providerId="LiveId" clId="{45F83352-28FF-419B-B43F-0DBB91925988}" dt="2025-07-23T09:38:45.548" v="8370" actId="20577"/>
          <ac:spMkLst>
            <pc:docMk/>
            <pc:sldMk cId="173686090" sldId="265"/>
            <ac:spMk id="22" creationId="{6C8FBA5C-1EDE-49A1-3E3C-7F760796D63B}"/>
          </ac:spMkLst>
        </pc:spChg>
        <pc:picChg chg="add mod ord">
          <ac:chgData name="Riccardo Caccia" userId="8c4489c01a6c1277" providerId="LiveId" clId="{45F83352-28FF-419B-B43F-0DBB91925988}" dt="2025-07-06T13:00:42.398" v="479" actId="1076"/>
          <ac:picMkLst>
            <pc:docMk/>
            <pc:sldMk cId="173686090" sldId="265"/>
            <ac:picMk id="7" creationId="{A4809376-FB92-04DA-4DA2-3B6EC09E4C2B}"/>
          </ac:picMkLst>
        </pc:picChg>
        <pc:picChg chg="add mod">
          <ac:chgData name="Riccardo Caccia" userId="8c4489c01a6c1277" providerId="LiveId" clId="{45F83352-28FF-419B-B43F-0DBB91925988}" dt="2025-07-04T15:15:47.167" v="147" actId="1076"/>
          <ac:picMkLst>
            <pc:docMk/>
            <pc:sldMk cId="173686090" sldId="265"/>
            <ac:picMk id="9" creationId="{425C89B8-5FE5-64E7-0CFF-796BBA77A9DA}"/>
          </ac:picMkLst>
        </pc:picChg>
        <pc:picChg chg="add mod">
          <ac:chgData name="Riccardo Caccia" userId="8c4489c01a6c1277" providerId="LiveId" clId="{45F83352-28FF-419B-B43F-0DBB91925988}" dt="2025-07-06T13:00:32.857" v="478" actId="1076"/>
          <ac:picMkLst>
            <pc:docMk/>
            <pc:sldMk cId="173686090" sldId="265"/>
            <ac:picMk id="11" creationId="{2B40E6C6-9285-2D2E-CAB4-622767228004}"/>
          </ac:picMkLst>
        </pc:picChg>
        <pc:picChg chg="add mod">
          <ac:chgData name="Riccardo Caccia" userId="8c4489c01a6c1277" providerId="LiveId" clId="{45F83352-28FF-419B-B43F-0DBB91925988}" dt="2025-07-06T13:00:08.649" v="476" actId="1076"/>
          <ac:picMkLst>
            <pc:docMk/>
            <pc:sldMk cId="173686090" sldId="265"/>
            <ac:picMk id="14" creationId="{32A1F28F-17BC-E8E7-428C-A4752F437EAA}"/>
          </ac:picMkLst>
        </pc:picChg>
      </pc:sldChg>
      <pc:sldChg chg="addSp delSp modSp add mod ord">
        <pc:chgData name="Riccardo Caccia" userId="8c4489c01a6c1277" providerId="LiveId" clId="{45F83352-28FF-419B-B43F-0DBB91925988}" dt="2025-07-22T15:49:19.970" v="7152" actId="20577"/>
        <pc:sldMkLst>
          <pc:docMk/>
          <pc:sldMk cId="3090135030" sldId="266"/>
        </pc:sldMkLst>
        <pc:spChg chg="mod">
          <ac:chgData name="Riccardo Caccia" userId="8c4489c01a6c1277" providerId="LiveId" clId="{45F83352-28FF-419B-B43F-0DBB91925988}" dt="2025-07-22T15:49:19.970" v="7152" actId="20577"/>
          <ac:spMkLst>
            <pc:docMk/>
            <pc:sldMk cId="3090135030" sldId="266"/>
            <ac:spMk id="3" creationId="{624EE67C-3533-C2B2-11A9-0FF46A41AE44}"/>
          </ac:spMkLst>
        </pc:spChg>
        <pc:spChg chg="add mod">
          <ac:chgData name="Riccardo Caccia" userId="8c4489c01a6c1277" providerId="LiveId" clId="{45F83352-28FF-419B-B43F-0DBB91925988}" dt="2025-07-21T21:23:42.016" v="5782" actId="20577"/>
          <ac:spMkLst>
            <pc:docMk/>
            <pc:sldMk cId="3090135030" sldId="266"/>
            <ac:spMk id="10" creationId="{06B1190D-AE02-3D52-336E-9049C1FDC403}"/>
          </ac:spMkLst>
        </pc:spChg>
        <pc:picChg chg="add mod">
          <ac:chgData name="Riccardo Caccia" userId="8c4489c01a6c1277" providerId="LiveId" clId="{45F83352-28FF-419B-B43F-0DBB91925988}" dt="2025-07-06T14:29:21.682" v="1158" actId="1076"/>
          <ac:picMkLst>
            <pc:docMk/>
            <pc:sldMk cId="3090135030" sldId="266"/>
            <ac:picMk id="14" creationId="{B9896BFA-6D60-8C05-2471-A6B7F850944D}"/>
          </ac:picMkLst>
        </pc:picChg>
      </pc:sldChg>
      <pc:sldChg chg="addSp delSp modSp new del mod">
        <pc:chgData name="Riccardo Caccia" userId="8c4489c01a6c1277" providerId="LiveId" clId="{45F83352-28FF-419B-B43F-0DBB91925988}" dt="2025-07-07T12:17:14.635" v="4136" actId="2696"/>
        <pc:sldMkLst>
          <pc:docMk/>
          <pc:sldMk cId="754455736" sldId="267"/>
        </pc:sldMkLst>
      </pc:sldChg>
      <pc:sldChg chg="addSp delSp modSp new mod">
        <pc:chgData name="Riccardo Caccia" userId="8c4489c01a6c1277" providerId="LiveId" clId="{45F83352-28FF-419B-B43F-0DBB91925988}" dt="2025-07-23T09:09:38.264" v="7269" actId="1076"/>
        <pc:sldMkLst>
          <pc:docMk/>
          <pc:sldMk cId="3614032306" sldId="268"/>
        </pc:sldMkLst>
        <pc:spChg chg="mod">
          <ac:chgData name="Riccardo Caccia" userId="8c4489c01a6c1277" providerId="LiveId" clId="{45F83352-28FF-419B-B43F-0DBB91925988}" dt="2025-07-17T10:12:49.069" v="5010" actId="20577"/>
          <ac:spMkLst>
            <pc:docMk/>
            <pc:sldMk cId="3614032306" sldId="268"/>
            <ac:spMk id="3" creationId="{4C2C2D67-6569-6EE4-2CDE-BD3A3A940D6C}"/>
          </ac:spMkLst>
        </pc:spChg>
        <pc:spChg chg="add del mod">
          <ac:chgData name="Riccardo Caccia" userId="8c4489c01a6c1277" providerId="LiveId" clId="{45F83352-28FF-419B-B43F-0DBB91925988}" dt="2025-07-22T12:35:12.668" v="6391" actId="478"/>
          <ac:spMkLst>
            <pc:docMk/>
            <pc:sldMk cId="3614032306" sldId="268"/>
            <ac:spMk id="8" creationId="{9D1B2303-B0EF-7672-3094-2B35A4F89041}"/>
          </ac:spMkLst>
        </pc:spChg>
        <pc:spChg chg="add del mod">
          <ac:chgData name="Riccardo Caccia" userId="8c4489c01a6c1277" providerId="LiveId" clId="{45F83352-28FF-419B-B43F-0DBB91925988}" dt="2025-07-22T12:40:07.202" v="6433"/>
          <ac:spMkLst>
            <pc:docMk/>
            <pc:sldMk cId="3614032306" sldId="268"/>
            <ac:spMk id="9" creationId="{471156FE-29B8-2728-B5A9-3AB6AEEAB6E4}"/>
          </ac:spMkLst>
        </pc:spChg>
        <pc:spChg chg="add mod">
          <ac:chgData name="Riccardo Caccia" userId="8c4489c01a6c1277" providerId="LiveId" clId="{45F83352-28FF-419B-B43F-0DBB91925988}" dt="2025-07-23T09:09:30.813" v="7268" actId="1076"/>
          <ac:spMkLst>
            <pc:docMk/>
            <pc:sldMk cId="3614032306" sldId="268"/>
            <ac:spMk id="10" creationId="{CC507BB0-5A04-DF18-5959-2E8D39ED4965}"/>
          </ac:spMkLst>
        </pc:spChg>
        <pc:picChg chg="add mod">
          <ac:chgData name="Riccardo Caccia" userId="8c4489c01a6c1277" providerId="LiveId" clId="{45F83352-28FF-419B-B43F-0DBB91925988}" dt="2025-07-21T19:23:32.533" v="5277" actId="1076"/>
          <ac:picMkLst>
            <pc:docMk/>
            <pc:sldMk cId="3614032306" sldId="268"/>
            <ac:picMk id="5" creationId="{291F543E-AC35-BF46-7CFA-C679C157CA25}"/>
          </ac:picMkLst>
        </pc:picChg>
        <pc:picChg chg="add mod">
          <ac:chgData name="Riccardo Caccia" userId="8c4489c01a6c1277" providerId="LiveId" clId="{45F83352-28FF-419B-B43F-0DBB91925988}" dt="2025-07-23T09:09:11.239" v="7264" actId="1076"/>
          <ac:picMkLst>
            <pc:docMk/>
            <pc:sldMk cId="3614032306" sldId="268"/>
            <ac:picMk id="6" creationId="{78AAF2D6-1B9B-DD84-E423-A2D0B1CE5B7A}"/>
          </ac:picMkLst>
        </pc:picChg>
        <pc:picChg chg="add mod">
          <ac:chgData name="Riccardo Caccia" userId="8c4489c01a6c1277" providerId="LiveId" clId="{45F83352-28FF-419B-B43F-0DBB91925988}" dt="2025-07-23T09:09:38.264" v="7269" actId="1076"/>
          <ac:picMkLst>
            <pc:docMk/>
            <pc:sldMk cId="3614032306" sldId="268"/>
            <ac:picMk id="7" creationId="{15C48846-E885-5568-2B77-DA3EEFBA952C}"/>
          </ac:picMkLst>
        </pc:picChg>
        <pc:picChg chg="add mod">
          <ac:chgData name="Riccardo Caccia" userId="8c4489c01a6c1277" providerId="LiveId" clId="{45F83352-28FF-419B-B43F-0DBB91925988}" dt="2025-07-23T09:08:38.884" v="7262" actId="1076"/>
          <ac:picMkLst>
            <pc:docMk/>
            <pc:sldMk cId="3614032306" sldId="268"/>
            <ac:picMk id="12" creationId="{B18ACD9B-7DF6-D0F3-8A3D-8CFB583E26F9}"/>
          </ac:picMkLst>
        </pc:picChg>
      </pc:sldChg>
      <pc:sldChg chg="addSp delSp modSp new mod">
        <pc:chgData name="Riccardo Caccia" userId="8c4489c01a6c1277" providerId="LiveId" clId="{45F83352-28FF-419B-B43F-0DBB91925988}" dt="2025-07-23T09:39:57.491" v="8383" actId="14100"/>
        <pc:sldMkLst>
          <pc:docMk/>
          <pc:sldMk cId="1854799485" sldId="269"/>
        </pc:sldMkLst>
        <pc:spChg chg="mod">
          <ac:chgData name="Riccardo Caccia" userId="8c4489c01a6c1277" providerId="LiveId" clId="{45F83352-28FF-419B-B43F-0DBB91925988}" dt="2025-07-07T09:52:10.911" v="2933" actId="20577"/>
          <ac:spMkLst>
            <pc:docMk/>
            <pc:sldMk cId="1854799485" sldId="269"/>
            <ac:spMk id="3" creationId="{C9796E8C-AD0F-BB59-D997-22A375799887}"/>
          </ac:spMkLst>
        </pc:spChg>
        <pc:spChg chg="add mod">
          <ac:chgData name="Riccardo Caccia" userId="8c4489c01a6c1277" providerId="LiveId" clId="{45F83352-28FF-419B-B43F-0DBB91925988}" dt="2025-07-23T09:39:57.491" v="8383" actId="14100"/>
          <ac:spMkLst>
            <pc:docMk/>
            <pc:sldMk cId="1854799485" sldId="269"/>
            <ac:spMk id="8" creationId="{456AC161-006F-91E7-AD89-732237E34D74}"/>
          </ac:spMkLst>
        </pc:spChg>
        <pc:spChg chg="add del mod">
          <ac:chgData name="Riccardo Caccia" userId="8c4489c01a6c1277" providerId="LiveId" clId="{45F83352-28FF-419B-B43F-0DBB91925988}" dt="2025-07-22T15:20:17.757" v="7105" actId="478"/>
          <ac:spMkLst>
            <pc:docMk/>
            <pc:sldMk cId="1854799485" sldId="269"/>
            <ac:spMk id="13" creationId="{732D1253-5A23-47FE-8746-9D2474D5E63F}"/>
          </ac:spMkLst>
        </pc:spChg>
        <pc:picChg chg="add mod">
          <ac:chgData name="Riccardo Caccia" userId="8c4489c01a6c1277" providerId="LiveId" clId="{45F83352-28FF-419B-B43F-0DBB91925988}" dt="2025-07-23T09:10:24.681" v="7278" actId="1076"/>
          <ac:picMkLst>
            <pc:docMk/>
            <pc:sldMk cId="1854799485" sldId="269"/>
            <ac:picMk id="5" creationId="{DB18ECEF-1C34-1B65-4259-B2336C7BDE34}"/>
          </ac:picMkLst>
        </pc:picChg>
        <pc:picChg chg="add del mod">
          <ac:chgData name="Riccardo Caccia" userId="8c4489c01a6c1277" providerId="LiveId" clId="{45F83352-28FF-419B-B43F-0DBB91925988}" dt="2025-07-23T09:10:08.135" v="7274" actId="478"/>
          <ac:picMkLst>
            <pc:docMk/>
            <pc:sldMk cId="1854799485" sldId="269"/>
            <ac:picMk id="9" creationId="{F7A3BDD4-77F4-320A-5263-AC835F87C438}"/>
          </ac:picMkLst>
        </pc:picChg>
        <pc:picChg chg="add mod">
          <ac:chgData name="Riccardo Caccia" userId="8c4489c01a6c1277" providerId="LiveId" clId="{45F83352-28FF-419B-B43F-0DBB91925988}" dt="2025-07-21T21:14:52.085" v="5539" actId="1076"/>
          <ac:picMkLst>
            <pc:docMk/>
            <pc:sldMk cId="1854799485" sldId="269"/>
            <ac:picMk id="15" creationId="{0F4FF26C-635C-2CE3-D649-717AD1D1BA1A}"/>
          </ac:picMkLst>
        </pc:picChg>
        <pc:picChg chg="add mod">
          <ac:chgData name="Riccardo Caccia" userId="8c4489c01a6c1277" providerId="LiveId" clId="{45F83352-28FF-419B-B43F-0DBB91925988}" dt="2025-07-23T09:10:29.589" v="7279" actId="1076"/>
          <ac:picMkLst>
            <pc:docMk/>
            <pc:sldMk cId="1854799485" sldId="269"/>
            <ac:picMk id="23" creationId="{D64513D7-D404-59DB-EDB7-5DBF1FE01F19}"/>
          </ac:picMkLst>
        </pc:picChg>
        <pc:picChg chg="add del mod">
          <ac:chgData name="Riccardo Caccia" userId="8c4489c01a6c1277" providerId="LiveId" clId="{45F83352-28FF-419B-B43F-0DBB91925988}" dt="2025-07-23T09:11:01.657" v="7285" actId="478"/>
          <ac:picMkLst>
            <pc:docMk/>
            <pc:sldMk cId="1854799485" sldId="269"/>
            <ac:picMk id="25" creationId="{F77D31E4-FD22-B981-70B5-008157075846}"/>
          </ac:picMkLst>
        </pc:picChg>
        <pc:picChg chg="add mod ord">
          <ac:chgData name="Riccardo Caccia" userId="8c4489c01a6c1277" providerId="LiveId" clId="{45F83352-28FF-419B-B43F-0DBB91925988}" dt="2025-07-21T20:21:06.011" v="5409" actId="167"/>
          <ac:picMkLst>
            <pc:docMk/>
            <pc:sldMk cId="1854799485" sldId="269"/>
            <ac:picMk id="27" creationId="{9F68CCB5-12B1-1EBA-9FB0-62926CBC3C02}"/>
          </ac:picMkLst>
        </pc:picChg>
      </pc:sldChg>
      <pc:sldChg chg="addSp delSp modSp new mod">
        <pc:chgData name="Riccardo Caccia" userId="8c4489c01a6c1277" providerId="LiveId" clId="{45F83352-28FF-419B-B43F-0DBB91925988}" dt="2025-07-23T09:39:03.370" v="8372" actId="20577"/>
        <pc:sldMkLst>
          <pc:docMk/>
          <pc:sldMk cId="1246330715" sldId="270"/>
        </pc:sldMkLst>
        <pc:spChg chg="mod">
          <ac:chgData name="Riccardo Caccia" userId="8c4489c01a6c1277" providerId="LiveId" clId="{45F83352-28FF-419B-B43F-0DBB91925988}" dt="2025-07-23T09:30:26.976" v="8239" actId="20577"/>
          <ac:spMkLst>
            <pc:docMk/>
            <pc:sldMk cId="1246330715" sldId="270"/>
            <ac:spMk id="3" creationId="{A752555E-4BB4-BE39-39F6-0D73D22E6473}"/>
          </ac:spMkLst>
        </pc:spChg>
        <pc:spChg chg="add mod">
          <ac:chgData name="Riccardo Caccia" userId="8c4489c01a6c1277" providerId="LiveId" clId="{45F83352-28FF-419B-B43F-0DBB91925988}" dt="2025-07-23T09:39:03.370" v="8372" actId="20577"/>
          <ac:spMkLst>
            <pc:docMk/>
            <pc:sldMk cId="1246330715" sldId="270"/>
            <ac:spMk id="7" creationId="{D341A41E-65E7-7FCE-75F3-57A195E83451}"/>
          </ac:spMkLst>
        </pc:spChg>
        <pc:spChg chg="add mod">
          <ac:chgData name="Riccardo Caccia" userId="8c4489c01a6c1277" providerId="LiveId" clId="{45F83352-28FF-419B-B43F-0DBB91925988}" dt="2025-07-21T21:09:54.083" v="5502" actId="20577"/>
          <ac:spMkLst>
            <pc:docMk/>
            <pc:sldMk cId="1246330715" sldId="270"/>
            <ac:spMk id="11" creationId="{1599F54F-FF4F-889F-E614-DB0F6E840CF8}"/>
          </ac:spMkLst>
        </pc:spChg>
        <pc:spChg chg="add mod">
          <ac:chgData name="Riccardo Caccia" userId="8c4489c01a6c1277" providerId="LiveId" clId="{45F83352-28FF-419B-B43F-0DBB91925988}" dt="2025-07-06T16:35:43.789" v="2220" actId="1076"/>
          <ac:spMkLst>
            <pc:docMk/>
            <pc:sldMk cId="1246330715" sldId="270"/>
            <ac:spMk id="30" creationId="{A4649A59-B357-30CE-2EC2-39DE9B0AE753}"/>
          </ac:spMkLst>
        </pc:spChg>
        <pc:spChg chg="add mod">
          <ac:chgData name="Riccardo Caccia" userId="8c4489c01a6c1277" providerId="LiveId" clId="{45F83352-28FF-419B-B43F-0DBB91925988}" dt="2025-07-06T16:38:24.973" v="2244" actId="208"/>
          <ac:spMkLst>
            <pc:docMk/>
            <pc:sldMk cId="1246330715" sldId="270"/>
            <ac:spMk id="38" creationId="{D77F5EF7-33B5-3CC4-3800-47B6E8F1735B}"/>
          </ac:spMkLst>
        </pc:spChg>
        <pc:spChg chg="add mod">
          <ac:chgData name="Riccardo Caccia" userId="8c4489c01a6c1277" providerId="LiveId" clId="{45F83352-28FF-419B-B43F-0DBB91925988}" dt="2025-07-06T16:39:23.907" v="2254" actId="207"/>
          <ac:spMkLst>
            <pc:docMk/>
            <pc:sldMk cId="1246330715" sldId="270"/>
            <ac:spMk id="39" creationId="{B96D263A-A231-A77F-B173-C8D061140630}"/>
          </ac:spMkLst>
        </pc:spChg>
        <pc:picChg chg="add mod">
          <ac:chgData name="Riccardo Caccia" userId="8c4489c01a6c1277" providerId="LiveId" clId="{45F83352-28FF-419B-B43F-0DBB91925988}" dt="2025-07-21T19:16:59.343" v="5201" actId="1076"/>
          <ac:picMkLst>
            <pc:docMk/>
            <pc:sldMk cId="1246330715" sldId="270"/>
            <ac:picMk id="5" creationId="{35E1B40C-8A16-B01A-906F-9996D2C24435}"/>
          </ac:picMkLst>
        </pc:picChg>
        <pc:picChg chg="add mod">
          <ac:chgData name="Riccardo Caccia" userId="8c4489c01a6c1277" providerId="LiveId" clId="{45F83352-28FF-419B-B43F-0DBB91925988}" dt="2025-07-21T21:10:17.257" v="5503" actId="1076"/>
          <ac:picMkLst>
            <pc:docMk/>
            <pc:sldMk cId="1246330715" sldId="270"/>
            <ac:picMk id="13" creationId="{3A93E0C5-764B-E242-E749-8C5687A471CB}"/>
          </ac:picMkLst>
        </pc:picChg>
        <pc:picChg chg="add mod">
          <ac:chgData name="Riccardo Caccia" userId="8c4489c01a6c1277" providerId="LiveId" clId="{45F83352-28FF-419B-B43F-0DBB91925988}" dt="2025-07-21T21:10:24.789" v="5505" actId="1076"/>
          <ac:picMkLst>
            <pc:docMk/>
            <pc:sldMk cId="1246330715" sldId="270"/>
            <ac:picMk id="15" creationId="{2E973DD9-3D49-6513-73C1-837D5AADF49C}"/>
          </ac:picMkLst>
        </pc:picChg>
        <pc:picChg chg="add mod">
          <ac:chgData name="Riccardo Caccia" userId="8c4489c01a6c1277" providerId="LiveId" clId="{45F83352-28FF-419B-B43F-0DBB91925988}" dt="2025-07-06T16:35:37.582" v="2219" actId="1076"/>
          <ac:picMkLst>
            <pc:docMk/>
            <pc:sldMk cId="1246330715" sldId="270"/>
            <ac:picMk id="29" creationId="{93F15ABB-1C7B-3C94-2BFF-077666FBB2AA}"/>
          </ac:picMkLst>
        </pc:picChg>
        <pc:picChg chg="add mod">
          <ac:chgData name="Riccardo Caccia" userId="8c4489c01a6c1277" providerId="LiveId" clId="{45F83352-28FF-419B-B43F-0DBB91925988}" dt="2025-07-06T16:37:06.149" v="2227" actId="1076"/>
          <ac:picMkLst>
            <pc:docMk/>
            <pc:sldMk cId="1246330715" sldId="270"/>
            <ac:picMk id="32" creationId="{E589AD90-61EF-74CD-75CB-EC83B2597849}"/>
          </ac:picMkLst>
        </pc:picChg>
        <pc:picChg chg="add mod ord">
          <ac:chgData name="Riccardo Caccia" userId="8c4489c01a6c1277" providerId="LiveId" clId="{45F83352-28FF-419B-B43F-0DBB91925988}" dt="2025-07-06T16:38:50.315" v="2249" actId="1076"/>
          <ac:picMkLst>
            <pc:docMk/>
            <pc:sldMk cId="1246330715" sldId="270"/>
            <ac:picMk id="34" creationId="{AF07DC13-7DD8-6694-9598-871988B9A373}"/>
          </ac:picMkLst>
        </pc:picChg>
        <pc:picChg chg="add mod">
          <ac:chgData name="Riccardo Caccia" userId="8c4489c01a6c1277" providerId="LiveId" clId="{45F83352-28FF-419B-B43F-0DBB91925988}" dt="2025-07-06T16:37:38.996" v="2234" actId="1076"/>
          <ac:picMkLst>
            <pc:docMk/>
            <pc:sldMk cId="1246330715" sldId="270"/>
            <ac:picMk id="36" creationId="{AA8236D7-E6C7-B64E-95FC-F37C7C5C6CF7}"/>
          </ac:picMkLst>
        </pc:picChg>
      </pc:sldChg>
      <pc:sldChg chg="addSp delSp modSp new mod">
        <pc:chgData name="Riccardo Caccia" userId="8c4489c01a6c1277" providerId="LiveId" clId="{45F83352-28FF-419B-B43F-0DBB91925988}" dt="2025-07-23T09:39:16.247" v="8374" actId="20577"/>
        <pc:sldMkLst>
          <pc:docMk/>
          <pc:sldMk cId="503429587" sldId="271"/>
        </pc:sldMkLst>
        <pc:spChg chg="mod">
          <ac:chgData name="Riccardo Caccia" userId="8c4489c01a6c1277" providerId="LiveId" clId="{45F83352-28FF-419B-B43F-0DBB91925988}" dt="2025-07-21T21:28:21.310" v="5968" actId="27636"/>
          <ac:spMkLst>
            <pc:docMk/>
            <pc:sldMk cId="503429587" sldId="271"/>
            <ac:spMk id="3" creationId="{D5C1A582-018A-50E2-1D72-D2ECBCAB440E}"/>
          </ac:spMkLst>
        </pc:spChg>
        <pc:spChg chg="add mod">
          <ac:chgData name="Riccardo Caccia" userId="8c4489c01a6c1277" providerId="LiveId" clId="{45F83352-28FF-419B-B43F-0DBB91925988}" dt="2025-07-23T09:39:16.247" v="8374" actId="20577"/>
          <ac:spMkLst>
            <pc:docMk/>
            <pc:sldMk cId="503429587" sldId="271"/>
            <ac:spMk id="5" creationId="{D91BA9F7-640C-CE33-9E83-47B834734811}"/>
          </ac:spMkLst>
        </pc:spChg>
        <pc:picChg chg="add mod">
          <ac:chgData name="Riccardo Caccia" userId="8c4489c01a6c1277" providerId="LiveId" clId="{45F83352-28FF-419B-B43F-0DBB91925988}" dt="2025-07-21T21:23:22.402" v="5774" actId="1076"/>
          <ac:picMkLst>
            <pc:docMk/>
            <pc:sldMk cId="503429587" sldId="271"/>
            <ac:picMk id="7" creationId="{8B4E37A8-8488-FBA6-8AEC-3D81F205B63E}"/>
          </ac:picMkLst>
        </pc:picChg>
        <pc:picChg chg="add mod">
          <ac:chgData name="Riccardo Caccia" userId="8c4489c01a6c1277" providerId="LiveId" clId="{45F83352-28FF-419B-B43F-0DBB91925988}" dt="2025-07-21T20:15:40.376" v="5387" actId="1076"/>
          <ac:picMkLst>
            <pc:docMk/>
            <pc:sldMk cId="503429587" sldId="271"/>
            <ac:picMk id="9" creationId="{72681065-F75F-A5D3-E772-EA754426B017}"/>
          </ac:picMkLst>
        </pc:picChg>
        <pc:picChg chg="add mod modCrop">
          <ac:chgData name="Riccardo Caccia" userId="8c4489c01a6c1277" providerId="LiveId" clId="{45F83352-28FF-419B-B43F-0DBB91925988}" dt="2025-07-21T20:16:03.414" v="5390" actId="14100"/>
          <ac:picMkLst>
            <pc:docMk/>
            <pc:sldMk cId="503429587" sldId="271"/>
            <ac:picMk id="11" creationId="{C0DC7C7E-5FB3-AE77-8FDC-B8D81EB53E25}"/>
          </ac:picMkLst>
        </pc:picChg>
        <pc:picChg chg="add mod">
          <ac:chgData name="Riccardo Caccia" userId="8c4489c01a6c1277" providerId="LiveId" clId="{45F83352-28FF-419B-B43F-0DBB91925988}" dt="2025-07-17T08:28:14.519" v="4155" actId="1076"/>
          <ac:picMkLst>
            <pc:docMk/>
            <pc:sldMk cId="503429587" sldId="271"/>
            <ac:picMk id="13" creationId="{AEE68AE0-8561-A5E8-1817-DB1FD6AA8736}"/>
          </ac:picMkLst>
        </pc:picChg>
        <pc:inkChg chg="add mod">
          <ac:chgData name="Riccardo Caccia" userId="8c4489c01a6c1277" providerId="LiveId" clId="{45F83352-28FF-419B-B43F-0DBB91925988}" dt="2025-07-21T20:16:10.663" v="5391" actId="1076"/>
          <ac:inkMkLst>
            <pc:docMk/>
            <pc:sldMk cId="503429587" sldId="271"/>
            <ac:inkMk id="14" creationId="{1952D2DD-D4E4-8415-6677-B9BC436FDD81}"/>
          </ac:inkMkLst>
        </pc:inkChg>
        <pc:inkChg chg="add mod">
          <ac:chgData name="Riccardo Caccia" userId="8c4489c01a6c1277" providerId="LiveId" clId="{45F83352-28FF-419B-B43F-0DBB91925988}" dt="2025-07-21T20:16:14.438" v="5392" actId="1076"/>
          <ac:inkMkLst>
            <pc:docMk/>
            <pc:sldMk cId="503429587" sldId="271"/>
            <ac:inkMk id="16" creationId="{A52E1823-D305-1545-9E34-DF63766A22D4}"/>
          </ac:inkMkLst>
        </pc:inkChg>
      </pc:sldChg>
      <pc:sldChg chg="addSp delSp modSp new mod">
        <pc:chgData name="Riccardo Caccia" userId="8c4489c01a6c1277" providerId="LiveId" clId="{45F83352-28FF-419B-B43F-0DBB91925988}" dt="2025-07-23T14:47:33.057" v="8451"/>
        <pc:sldMkLst>
          <pc:docMk/>
          <pc:sldMk cId="274909053" sldId="272"/>
        </pc:sldMkLst>
        <pc:spChg chg="mod">
          <ac:chgData name="Riccardo Caccia" userId="8c4489c01a6c1277" providerId="LiveId" clId="{45F83352-28FF-419B-B43F-0DBB91925988}" dt="2025-07-21T21:28:33.652" v="5969" actId="20577"/>
          <ac:spMkLst>
            <pc:docMk/>
            <pc:sldMk cId="274909053" sldId="272"/>
            <ac:spMk id="3" creationId="{55927966-56F6-2347-7A25-C99E6AAA1E46}"/>
          </ac:spMkLst>
        </pc:spChg>
        <pc:spChg chg="add del mod">
          <ac:chgData name="Riccardo Caccia" userId="8c4489c01a6c1277" providerId="LiveId" clId="{45F83352-28FF-419B-B43F-0DBB91925988}" dt="2025-07-23T09:39:25.496" v="8376" actId="20577"/>
          <ac:spMkLst>
            <pc:docMk/>
            <pc:sldMk cId="274909053" sldId="272"/>
            <ac:spMk id="5" creationId="{FB1E9C7B-EA25-5468-4675-F15287B6C453}"/>
          </ac:spMkLst>
        </pc:spChg>
        <pc:spChg chg="add mod">
          <ac:chgData name="Riccardo Caccia" userId="8c4489c01a6c1277" providerId="LiveId" clId="{45F83352-28FF-419B-B43F-0DBB91925988}" dt="2025-07-23T14:47:33.057" v="8451"/>
          <ac:spMkLst>
            <pc:docMk/>
            <pc:sldMk cId="274909053" sldId="272"/>
            <ac:spMk id="9" creationId="{F5A23584-C20F-58C0-E5BB-1843CCE74C23}"/>
          </ac:spMkLst>
        </pc:spChg>
        <pc:spChg chg="add mod">
          <ac:chgData name="Riccardo Caccia" userId="8c4489c01a6c1277" providerId="LiveId" clId="{45F83352-28FF-419B-B43F-0DBB91925988}" dt="2025-07-21T19:57:00.993" v="5362" actId="1076"/>
          <ac:spMkLst>
            <pc:docMk/>
            <pc:sldMk cId="274909053" sldId="272"/>
            <ac:spMk id="12" creationId="{375BDD32-9246-6F15-2DD9-D69DCFD85681}"/>
          </ac:spMkLst>
        </pc:spChg>
        <pc:picChg chg="add del mod">
          <ac:chgData name="Riccardo Caccia" userId="8c4489c01a6c1277" providerId="LiveId" clId="{45F83352-28FF-419B-B43F-0DBB91925988}" dt="2025-07-22T13:23:51.759" v="6645" actId="478"/>
          <ac:picMkLst>
            <pc:docMk/>
            <pc:sldMk cId="274909053" sldId="272"/>
            <ac:picMk id="6" creationId="{59DC7D66-66D2-871D-62F6-1D14236B0F92}"/>
          </ac:picMkLst>
        </pc:picChg>
        <pc:picChg chg="add mod ord modCrop">
          <ac:chgData name="Riccardo Caccia" userId="8c4489c01a6c1277" providerId="LiveId" clId="{45F83352-28FF-419B-B43F-0DBB91925988}" dt="2025-07-22T13:23:45.213" v="6644" actId="167"/>
          <ac:picMkLst>
            <pc:docMk/>
            <pc:sldMk cId="274909053" sldId="272"/>
            <ac:picMk id="7" creationId="{607824B5-C741-43D2-D8C0-D5E5F4B1A7DA}"/>
          </ac:picMkLst>
        </pc:picChg>
        <pc:picChg chg="add del mod ord">
          <ac:chgData name="Riccardo Caccia" userId="8c4489c01a6c1277" providerId="LiveId" clId="{45F83352-28FF-419B-B43F-0DBB91925988}" dt="2025-07-21T21:47:50.239" v="6158" actId="478"/>
          <ac:picMkLst>
            <pc:docMk/>
            <pc:sldMk cId="274909053" sldId="272"/>
            <ac:picMk id="11" creationId="{62E0B79B-D2F8-F797-0618-531917BE9FC0}"/>
          </ac:picMkLst>
        </pc:picChg>
        <pc:picChg chg="add mod">
          <ac:chgData name="Riccardo Caccia" userId="8c4489c01a6c1277" providerId="LiveId" clId="{45F83352-28FF-419B-B43F-0DBB91925988}" dt="2025-07-06T15:09:24.320" v="1491" actId="1076"/>
          <ac:picMkLst>
            <pc:docMk/>
            <pc:sldMk cId="274909053" sldId="272"/>
            <ac:picMk id="7170" creationId="{6BE9F307-C00E-C7F1-B35E-E3A8CBE1269C}"/>
          </ac:picMkLst>
        </pc:picChg>
      </pc:sldChg>
      <pc:sldChg chg="addSp delSp modSp new mod">
        <pc:chgData name="Riccardo Caccia" userId="8c4489c01a6c1277" providerId="LiveId" clId="{45F83352-28FF-419B-B43F-0DBB91925988}" dt="2025-07-23T14:45:43.466" v="8444" actId="16959"/>
        <pc:sldMkLst>
          <pc:docMk/>
          <pc:sldMk cId="2111049388" sldId="273"/>
        </pc:sldMkLst>
        <pc:spChg chg="mod">
          <ac:chgData name="Riccardo Caccia" userId="8c4489c01a6c1277" providerId="LiveId" clId="{45F83352-28FF-419B-B43F-0DBB91925988}" dt="2025-07-21T21:28:40.453" v="5970" actId="20577"/>
          <ac:spMkLst>
            <pc:docMk/>
            <pc:sldMk cId="2111049388" sldId="273"/>
            <ac:spMk id="3" creationId="{3000D71F-B63C-3F07-3B94-E68845A7077F}"/>
          </ac:spMkLst>
        </pc:spChg>
        <pc:spChg chg="add del mod">
          <ac:chgData name="Riccardo Caccia" userId="8c4489c01a6c1277" providerId="LiveId" clId="{45F83352-28FF-419B-B43F-0DBB91925988}" dt="2025-07-22T13:17:24.956" v="6622" actId="478"/>
          <ac:spMkLst>
            <pc:docMk/>
            <pc:sldMk cId="2111049388" sldId="273"/>
            <ac:spMk id="4" creationId="{0B8EF722-2FBB-6883-EB06-332C84AA33CC}"/>
          </ac:spMkLst>
        </pc:spChg>
        <pc:spChg chg="add mod">
          <ac:chgData name="Riccardo Caccia" userId="8c4489c01a6c1277" providerId="LiveId" clId="{45F83352-28FF-419B-B43F-0DBB91925988}" dt="2025-07-23T14:45:43.466" v="8444" actId="16959"/>
          <ac:spMkLst>
            <pc:docMk/>
            <pc:sldMk cId="2111049388" sldId="273"/>
            <ac:spMk id="5" creationId="{8D5D2256-B6FD-C402-A620-AD5AC5313F28}"/>
          </ac:spMkLst>
        </pc:spChg>
        <pc:picChg chg="add mod">
          <ac:chgData name="Riccardo Caccia" userId="8c4489c01a6c1277" providerId="LiveId" clId="{45F83352-28FF-419B-B43F-0DBB91925988}" dt="2025-07-21T21:11:27.837" v="5517" actId="1076"/>
          <ac:picMkLst>
            <pc:docMk/>
            <pc:sldMk cId="2111049388" sldId="273"/>
            <ac:picMk id="7" creationId="{749309FB-C643-D6E7-2ECB-5C3865EA62B1}"/>
          </ac:picMkLst>
        </pc:picChg>
        <pc:picChg chg="add mod ord modCrop">
          <ac:chgData name="Riccardo Caccia" userId="8c4489c01a6c1277" providerId="LiveId" clId="{45F83352-28FF-419B-B43F-0DBB91925988}" dt="2025-07-22T13:17:57.139" v="6631" actId="167"/>
          <ac:picMkLst>
            <pc:docMk/>
            <pc:sldMk cId="2111049388" sldId="273"/>
            <ac:picMk id="8" creationId="{9FAAC88D-5EB5-4EE8-BF7E-49E1838225D6}"/>
          </ac:picMkLst>
        </pc:picChg>
        <pc:picChg chg="add mod ord modCrop">
          <ac:chgData name="Riccardo Caccia" userId="8c4489c01a6c1277" providerId="LiveId" clId="{45F83352-28FF-419B-B43F-0DBB91925988}" dt="2025-07-22T13:18:20.497" v="6635" actId="167"/>
          <ac:picMkLst>
            <pc:docMk/>
            <pc:sldMk cId="2111049388" sldId="273"/>
            <ac:picMk id="9" creationId="{4ABB0F00-CF15-C7CA-7406-BD04ACC16B99}"/>
          </ac:picMkLst>
        </pc:picChg>
        <pc:picChg chg="add del mod modCrop">
          <ac:chgData name="Riccardo Caccia" userId="8c4489c01a6c1277" providerId="LiveId" clId="{45F83352-28FF-419B-B43F-0DBB91925988}" dt="2025-07-22T13:17:34.278" v="6626" actId="478"/>
          <ac:picMkLst>
            <pc:docMk/>
            <pc:sldMk cId="2111049388" sldId="273"/>
            <ac:picMk id="11" creationId="{AFFAE617-26A3-7F49-5765-B7BA5B328865}"/>
          </ac:picMkLst>
        </pc:picChg>
        <pc:inkChg chg="add mod">
          <ac:chgData name="Riccardo Caccia" userId="8c4489c01a6c1277" providerId="LiveId" clId="{45F83352-28FF-419B-B43F-0DBB91925988}" dt="2025-07-22T13:22:07.285" v="6638" actId="1076"/>
          <ac:inkMkLst>
            <pc:docMk/>
            <pc:sldMk cId="2111049388" sldId="273"/>
            <ac:inkMk id="10" creationId="{5B76E7F7-2949-4459-DC8E-F28D3A68A40C}"/>
          </ac:inkMkLst>
        </pc:inkChg>
        <pc:inkChg chg="add del mod">
          <ac:chgData name="Riccardo Caccia" userId="8c4489c01a6c1277" providerId="LiveId" clId="{45F83352-28FF-419B-B43F-0DBB91925988}" dt="2025-07-22T13:17:29.735" v="6624" actId="478"/>
          <ac:inkMkLst>
            <pc:docMk/>
            <pc:sldMk cId="2111049388" sldId="273"/>
            <ac:inkMk id="26" creationId="{59354C5E-8970-DB6C-F6EB-294071A194E9}"/>
          </ac:inkMkLst>
        </pc:inkChg>
        <pc:inkChg chg="add del mod">
          <ac:chgData name="Riccardo Caccia" userId="8c4489c01a6c1277" providerId="LiveId" clId="{45F83352-28FF-419B-B43F-0DBB91925988}" dt="2025-07-22T13:18:26.113" v="6636" actId="1076"/>
          <ac:inkMkLst>
            <pc:docMk/>
            <pc:sldMk cId="2111049388" sldId="273"/>
            <ac:inkMk id="30" creationId="{F4A040F6-5755-E137-F868-F39C2F0A5DC1}"/>
          </ac:inkMkLst>
        </pc:inkChg>
      </pc:sldChg>
      <pc:sldChg chg="add del">
        <pc:chgData name="Riccardo Caccia" userId="8c4489c01a6c1277" providerId="LiveId" clId="{45F83352-28FF-419B-B43F-0DBB91925988}" dt="2025-07-06T15:42:44.564" v="1824" actId="2696"/>
        <pc:sldMkLst>
          <pc:docMk/>
          <pc:sldMk cId="2945222235" sldId="274"/>
        </pc:sldMkLst>
      </pc:sldChg>
      <pc:sldChg chg="addSp delSp modSp new mod">
        <pc:chgData name="Riccardo Caccia" userId="8c4489c01a6c1277" providerId="LiveId" clId="{45F83352-28FF-419B-B43F-0DBB91925988}" dt="2025-07-21T21:28:46.163" v="5971" actId="20577"/>
        <pc:sldMkLst>
          <pc:docMk/>
          <pc:sldMk cId="4142410779" sldId="274"/>
        </pc:sldMkLst>
        <pc:spChg chg="mod">
          <ac:chgData name="Riccardo Caccia" userId="8c4489c01a6c1277" providerId="LiveId" clId="{45F83352-28FF-419B-B43F-0DBB91925988}" dt="2025-07-21T21:28:46.163" v="5971" actId="20577"/>
          <ac:spMkLst>
            <pc:docMk/>
            <pc:sldMk cId="4142410779" sldId="274"/>
            <ac:spMk id="3" creationId="{6BF23866-4609-222C-4521-047500D17A45}"/>
          </ac:spMkLst>
        </pc:spChg>
        <pc:spChg chg="add mod">
          <ac:chgData name="Riccardo Caccia" userId="8c4489c01a6c1277" providerId="LiveId" clId="{45F83352-28FF-419B-B43F-0DBB91925988}" dt="2025-07-21T21:17:04" v="5601" actId="20577"/>
          <ac:spMkLst>
            <pc:docMk/>
            <pc:sldMk cId="4142410779" sldId="274"/>
            <ac:spMk id="5" creationId="{3238E608-D1DC-D3F8-3B04-40AF9C7B769C}"/>
          </ac:spMkLst>
        </pc:spChg>
        <pc:spChg chg="add mod">
          <ac:chgData name="Riccardo Caccia" userId="8c4489c01a6c1277" providerId="LiveId" clId="{45F83352-28FF-419B-B43F-0DBB91925988}" dt="2025-07-17T08:48:16.099" v="4203" actId="1076"/>
          <ac:spMkLst>
            <pc:docMk/>
            <pc:sldMk cId="4142410779" sldId="274"/>
            <ac:spMk id="11" creationId="{D4DBFB10-2180-F307-2BBA-EAE34FB7BDB8}"/>
          </ac:spMkLst>
        </pc:spChg>
        <pc:picChg chg="add mod">
          <ac:chgData name="Riccardo Caccia" userId="8c4489c01a6c1277" providerId="LiveId" clId="{45F83352-28FF-419B-B43F-0DBB91925988}" dt="2025-07-21T20:18:59.368" v="5396" actId="1076"/>
          <ac:picMkLst>
            <pc:docMk/>
            <pc:sldMk cId="4142410779" sldId="274"/>
            <ac:picMk id="4" creationId="{D2DBE2D7-6195-A093-A19C-A9B2B4CA3286}"/>
          </ac:picMkLst>
        </pc:picChg>
        <pc:picChg chg="add mod">
          <ac:chgData name="Riccardo Caccia" userId="8c4489c01a6c1277" providerId="LiveId" clId="{45F83352-28FF-419B-B43F-0DBB91925988}" dt="2025-07-21T21:14:38.288" v="5538" actId="1035"/>
          <ac:picMkLst>
            <pc:docMk/>
            <pc:sldMk cId="4142410779" sldId="274"/>
            <ac:picMk id="8" creationId="{68A73523-8C0B-B391-EBA0-FE85C7BA07D8}"/>
          </ac:picMkLst>
        </pc:picChg>
        <pc:picChg chg="add mod">
          <ac:chgData name="Riccardo Caccia" userId="8c4489c01a6c1277" providerId="LiveId" clId="{45F83352-28FF-419B-B43F-0DBB91925988}" dt="2025-07-21T21:12:23.455" v="5524" actId="14100"/>
          <ac:picMkLst>
            <pc:docMk/>
            <pc:sldMk cId="4142410779" sldId="274"/>
            <ac:picMk id="9" creationId="{8D342F0E-1CBA-C0AF-DD07-2B843B01371E}"/>
          </ac:picMkLst>
        </pc:picChg>
      </pc:sldChg>
      <pc:sldChg chg="addSp delSp modSp new mod">
        <pc:chgData name="Riccardo Caccia" userId="8c4489c01a6c1277" providerId="LiveId" clId="{45F83352-28FF-419B-B43F-0DBB91925988}" dt="2025-07-23T09:39:41.537" v="8378" actId="20577"/>
        <pc:sldMkLst>
          <pc:docMk/>
          <pc:sldMk cId="999677112" sldId="275"/>
        </pc:sldMkLst>
        <pc:spChg chg="mod">
          <ac:chgData name="Riccardo Caccia" userId="8c4489c01a6c1277" providerId="LiveId" clId="{45F83352-28FF-419B-B43F-0DBB91925988}" dt="2025-07-21T21:28:53.840" v="5972" actId="20577"/>
          <ac:spMkLst>
            <pc:docMk/>
            <pc:sldMk cId="999677112" sldId="275"/>
            <ac:spMk id="3" creationId="{738E66FD-8643-52BE-4707-6D3FE6CD30E7}"/>
          </ac:spMkLst>
        </pc:spChg>
        <pc:spChg chg="add mod">
          <ac:chgData name="Riccardo Caccia" userId="8c4489c01a6c1277" providerId="LiveId" clId="{45F83352-28FF-419B-B43F-0DBB91925988}" dt="2025-07-23T09:39:41.537" v="8378" actId="20577"/>
          <ac:spMkLst>
            <pc:docMk/>
            <pc:sldMk cId="999677112" sldId="275"/>
            <ac:spMk id="6" creationId="{B7D0070D-51E5-36A3-7C64-319883450871}"/>
          </ac:spMkLst>
        </pc:spChg>
        <pc:picChg chg="add mod">
          <ac:chgData name="Riccardo Caccia" userId="8c4489c01a6c1277" providerId="LiveId" clId="{45F83352-28FF-419B-B43F-0DBB91925988}" dt="2025-07-21T21:14:20.357" v="5535" actId="1036"/>
          <ac:picMkLst>
            <pc:docMk/>
            <pc:sldMk cId="999677112" sldId="275"/>
            <ac:picMk id="4" creationId="{19C6B06F-CF2F-AED0-1E9A-C90355D2E6A6}"/>
          </ac:picMkLst>
        </pc:picChg>
        <pc:picChg chg="add mod">
          <ac:chgData name="Riccardo Caccia" userId="8c4489c01a6c1277" providerId="LiveId" clId="{45F83352-28FF-419B-B43F-0DBB91925988}" dt="2025-07-21T20:20:12.459" v="5404" actId="1076"/>
          <ac:picMkLst>
            <pc:docMk/>
            <pc:sldMk cId="999677112" sldId="275"/>
            <ac:picMk id="7" creationId="{7D6A4937-3D65-4E3B-E72E-21723DDC1B3F}"/>
          </ac:picMkLst>
        </pc:picChg>
        <pc:picChg chg="add mod">
          <ac:chgData name="Riccardo Caccia" userId="8c4489c01a6c1277" providerId="LiveId" clId="{45F83352-28FF-419B-B43F-0DBB91925988}" dt="2025-07-17T08:55:22.495" v="4224"/>
          <ac:picMkLst>
            <pc:docMk/>
            <pc:sldMk cId="999677112" sldId="275"/>
            <ac:picMk id="9" creationId="{CE0EDD0A-E287-2CB6-590F-52748A7214E3}"/>
          </ac:picMkLst>
        </pc:picChg>
        <pc:picChg chg="add mod">
          <ac:chgData name="Riccardo Caccia" userId="8c4489c01a6c1277" providerId="LiveId" clId="{45F83352-28FF-419B-B43F-0DBB91925988}" dt="2025-07-21T20:20:10.248" v="5403" actId="1076"/>
          <ac:picMkLst>
            <pc:docMk/>
            <pc:sldMk cId="999677112" sldId="275"/>
            <ac:picMk id="11" creationId="{2310C7FF-6EBF-EBFF-1C03-A5F43436AC30}"/>
          </ac:picMkLst>
        </pc:picChg>
      </pc:sldChg>
      <pc:sldChg chg="addSp delSp modSp new del mod">
        <pc:chgData name="Riccardo Caccia" userId="8c4489c01a6c1277" providerId="LiveId" clId="{45F83352-28FF-419B-B43F-0DBB91925988}" dt="2025-07-17T09:22:49.019" v="4448" actId="47"/>
        <pc:sldMkLst>
          <pc:docMk/>
          <pc:sldMk cId="962604291" sldId="276"/>
        </pc:sldMkLst>
      </pc:sldChg>
      <pc:sldChg chg="addSp delSp modSp new mod">
        <pc:chgData name="Riccardo Caccia" userId="8c4489c01a6c1277" providerId="LiveId" clId="{45F83352-28FF-419B-B43F-0DBB91925988}" dt="2025-07-23T09:40:39.228" v="8393" actId="20577"/>
        <pc:sldMkLst>
          <pc:docMk/>
          <pc:sldMk cId="129458049" sldId="277"/>
        </pc:sldMkLst>
        <pc:spChg chg="mod">
          <ac:chgData name="Riccardo Caccia" userId="8c4489c01a6c1277" providerId="LiveId" clId="{45F83352-28FF-419B-B43F-0DBB91925988}" dt="2025-07-17T09:20:33.687" v="4438" actId="20577"/>
          <ac:spMkLst>
            <pc:docMk/>
            <pc:sldMk cId="129458049" sldId="277"/>
            <ac:spMk id="3" creationId="{C276EC97-6B07-2080-D9F6-1F6AEDAD4442}"/>
          </ac:spMkLst>
        </pc:spChg>
        <pc:spChg chg="add mod">
          <ac:chgData name="Riccardo Caccia" userId="8c4489c01a6c1277" providerId="LiveId" clId="{45F83352-28FF-419B-B43F-0DBB91925988}" dt="2025-07-23T09:40:39.228" v="8393" actId="20577"/>
          <ac:spMkLst>
            <pc:docMk/>
            <pc:sldMk cId="129458049" sldId="277"/>
            <ac:spMk id="4" creationId="{48D3334E-C3CF-D5F0-1084-9EF5FB7F8A02}"/>
          </ac:spMkLst>
        </pc:spChg>
        <pc:picChg chg="add mod">
          <ac:chgData name="Riccardo Caccia" userId="8c4489c01a6c1277" providerId="LiveId" clId="{45F83352-28FF-419B-B43F-0DBB91925988}" dt="2025-07-21T22:00:42.445" v="6213" actId="1076"/>
          <ac:picMkLst>
            <pc:docMk/>
            <pc:sldMk cId="129458049" sldId="277"/>
            <ac:picMk id="6" creationId="{399E7EAE-A78E-3849-83FF-DB4E5B71A249}"/>
          </ac:picMkLst>
        </pc:picChg>
        <pc:picChg chg="add mod">
          <ac:chgData name="Riccardo Caccia" userId="8c4489c01a6c1277" providerId="LiveId" clId="{45F83352-28FF-419B-B43F-0DBB91925988}" dt="2025-07-21T22:01:45.830" v="6219" actId="1076"/>
          <ac:picMkLst>
            <pc:docMk/>
            <pc:sldMk cId="129458049" sldId="277"/>
            <ac:picMk id="8" creationId="{24178C8B-8B36-F60B-7B23-B64BB51F933A}"/>
          </ac:picMkLst>
        </pc:picChg>
      </pc:sldChg>
      <pc:sldChg chg="addSp delSp modSp new del mod">
        <pc:chgData name="Riccardo Caccia" userId="8c4489c01a6c1277" providerId="LiveId" clId="{45F83352-28FF-419B-B43F-0DBB91925988}" dt="2025-07-17T09:22:37.880" v="4447" actId="47"/>
        <pc:sldMkLst>
          <pc:docMk/>
          <pc:sldMk cId="2594838237" sldId="278"/>
        </pc:sldMkLst>
      </pc:sldChg>
      <pc:sldChg chg="addSp delSp modSp new mod">
        <pc:chgData name="Riccardo Caccia" userId="8c4489c01a6c1277" providerId="LiveId" clId="{45F83352-28FF-419B-B43F-0DBB91925988}" dt="2025-07-22T14:11:00.715" v="7021" actId="1076"/>
        <pc:sldMkLst>
          <pc:docMk/>
          <pc:sldMk cId="1677853376" sldId="279"/>
        </pc:sldMkLst>
        <pc:spChg chg="mod">
          <ac:chgData name="Riccardo Caccia" userId="8c4489c01a6c1277" providerId="LiveId" clId="{45F83352-28FF-419B-B43F-0DBB91925988}" dt="2025-07-07T10:21:51.062" v="3728" actId="20577"/>
          <ac:spMkLst>
            <pc:docMk/>
            <pc:sldMk cId="1677853376" sldId="279"/>
            <ac:spMk id="3" creationId="{C2B7D670-07FD-477D-398F-4F4CE3F3EAFD}"/>
          </ac:spMkLst>
        </pc:spChg>
        <pc:spChg chg="add mod">
          <ac:chgData name="Riccardo Caccia" userId="8c4489c01a6c1277" providerId="LiveId" clId="{45F83352-28FF-419B-B43F-0DBB91925988}" dt="2025-07-22T14:11:00.715" v="7021" actId="1076"/>
          <ac:spMkLst>
            <pc:docMk/>
            <pc:sldMk cId="1677853376" sldId="279"/>
            <ac:spMk id="10" creationId="{B6496A81-A686-CB3E-C7F5-5E5C6A4B2D6A}"/>
          </ac:spMkLst>
        </pc:spChg>
        <pc:picChg chg="add del">
          <ac:chgData name="Riccardo Caccia" userId="8c4489c01a6c1277" providerId="LiveId" clId="{45F83352-28FF-419B-B43F-0DBB91925988}" dt="2025-07-22T13:34:38.321" v="6647" actId="478"/>
          <ac:picMkLst>
            <pc:docMk/>
            <pc:sldMk cId="1677853376" sldId="279"/>
            <ac:picMk id="5" creationId="{47CD268A-40F8-B371-CDDE-41C9AF89D2C6}"/>
          </ac:picMkLst>
        </pc:picChg>
        <pc:picChg chg="add mod">
          <ac:chgData name="Riccardo Caccia" userId="8c4489c01a6c1277" providerId="LiveId" clId="{45F83352-28FF-419B-B43F-0DBB91925988}" dt="2025-07-22T13:35:26.141" v="6661" actId="1076"/>
          <ac:picMkLst>
            <pc:docMk/>
            <pc:sldMk cId="1677853376" sldId="279"/>
            <ac:picMk id="7" creationId="{A5E427CD-2135-4C91-6421-D58E2BB8EFDA}"/>
          </ac:picMkLst>
        </pc:picChg>
        <pc:picChg chg="add mod">
          <ac:chgData name="Riccardo Caccia" userId="8c4489c01a6c1277" providerId="LiveId" clId="{45F83352-28FF-419B-B43F-0DBB91925988}" dt="2025-07-22T13:36:08.585" v="6670" actId="1076"/>
          <ac:picMkLst>
            <pc:docMk/>
            <pc:sldMk cId="1677853376" sldId="279"/>
            <ac:picMk id="8" creationId="{82E0E585-D748-A577-22A1-ACEF63B842D7}"/>
          </ac:picMkLst>
        </pc:picChg>
        <pc:picChg chg="add mod">
          <ac:chgData name="Riccardo Caccia" userId="8c4489c01a6c1277" providerId="LiveId" clId="{45F83352-28FF-419B-B43F-0DBB91925988}" dt="2025-07-22T13:35:34.454" v="6663" actId="1076"/>
          <ac:picMkLst>
            <pc:docMk/>
            <pc:sldMk cId="1677853376" sldId="279"/>
            <ac:picMk id="9" creationId="{A7194058-06FE-78AA-E33E-1E1832F01B42}"/>
          </ac:picMkLst>
        </pc:picChg>
      </pc:sldChg>
      <pc:sldChg chg="addSp delSp modSp new mod">
        <pc:chgData name="Riccardo Caccia" userId="8c4489c01a6c1277" providerId="LiveId" clId="{45F83352-28FF-419B-B43F-0DBB91925988}" dt="2025-07-23T09:41:09.892" v="8397" actId="20577"/>
        <pc:sldMkLst>
          <pc:docMk/>
          <pc:sldMk cId="3524952229" sldId="280"/>
        </pc:sldMkLst>
        <pc:spChg chg="mod">
          <ac:chgData name="Riccardo Caccia" userId="8c4489c01a6c1277" providerId="LiveId" clId="{45F83352-28FF-419B-B43F-0DBB91925988}" dt="2025-07-17T09:34:06.553" v="4525" actId="20577"/>
          <ac:spMkLst>
            <pc:docMk/>
            <pc:sldMk cId="3524952229" sldId="280"/>
            <ac:spMk id="3" creationId="{2D44ADA4-DE6F-51DA-C25B-7783892A315B}"/>
          </ac:spMkLst>
        </pc:spChg>
        <pc:spChg chg="add mod">
          <ac:chgData name="Riccardo Caccia" userId="8c4489c01a6c1277" providerId="LiveId" clId="{45F83352-28FF-419B-B43F-0DBB91925988}" dt="2025-07-23T09:41:04.169" v="8395" actId="20577"/>
          <ac:spMkLst>
            <pc:docMk/>
            <pc:sldMk cId="3524952229" sldId="280"/>
            <ac:spMk id="8" creationId="{E08FC901-0A85-EE2B-6D66-282B772C5055}"/>
          </ac:spMkLst>
        </pc:spChg>
        <pc:spChg chg="add mod">
          <ac:chgData name="Riccardo Caccia" userId="8c4489c01a6c1277" providerId="LiveId" clId="{45F83352-28FF-419B-B43F-0DBB91925988}" dt="2025-07-23T09:41:09.892" v="8397" actId="20577"/>
          <ac:spMkLst>
            <pc:docMk/>
            <pc:sldMk cId="3524952229" sldId="280"/>
            <ac:spMk id="9" creationId="{744E4722-565A-E9A1-AEF2-A5098E48DB42}"/>
          </ac:spMkLst>
        </pc:spChg>
        <pc:picChg chg="add mod">
          <ac:chgData name="Riccardo Caccia" userId="8c4489c01a6c1277" providerId="LiveId" clId="{45F83352-28FF-419B-B43F-0DBB91925988}" dt="2025-07-22T13:37:21.397" v="6675" actId="1076"/>
          <ac:picMkLst>
            <pc:docMk/>
            <pc:sldMk cId="3524952229" sldId="280"/>
            <ac:picMk id="5" creationId="{DE1D9ED9-119B-0BD9-BF96-64EE252B920C}"/>
          </ac:picMkLst>
        </pc:picChg>
        <pc:picChg chg="add mod">
          <ac:chgData name="Riccardo Caccia" userId="8c4489c01a6c1277" providerId="LiveId" clId="{45F83352-28FF-419B-B43F-0DBB91925988}" dt="2025-07-21T22:20:39.886" v="6335" actId="1076"/>
          <ac:picMkLst>
            <pc:docMk/>
            <pc:sldMk cId="3524952229" sldId="280"/>
            <ac:picMk id="11" creationId="{53631E8A-1B1F-ACF6-8A22-A8420138B932}"/>
          </ac:picMkLst>
        </pc:picChg>
        <pc:picChg chg="add mod">
          <ac:chgData name="Riccardo Caccia" userId="8c4489c01a6c1277" providerId="LiveId" clId="{45F83352-28FF-419B-B43F-0DBB91925988}" dt="2025-07-21T22:20:42.516" v="6336" actId="1076"/>
          <ac:picMkLst>
            <pc:docMk/>
            <pc:sldMk cId="3524952229" sldId="280"/>
            <ac:picMk id="13" creationId="{1F4E8FD7-E2D2-B405-7DDA-F3F942BA2104}"/>
          </ac:picMkLst>
        </pc:picChg>
        <pc:picChg chg="add mod ord modCrop">
          <ac:chgData name="Riccardo Caccia" userId="8c4489c01a6c1277" providerId="LiveId" clId="{45F83352-28FF-419B-B43F-0DBB91925988}" dt="2025-07-21T22:24:54.813" v="6361" actId="167"/>
          <ac:picMkLst>
            <pc:docMk/>
            <pc:sldMk cId="3524952229" sldId="280"/>
            <ac:picMk id="15" creationId="{E72011A6-A320-E9B6-94F9-2018E27500E3}"/>
          </ac:picMkLst>
        </pc:picChg>
      </pc:sldChg>
      <pc:sldChg chg="addSp delSp modSp add mod">
        <pc:chgData name="Riccardo Caccia" userId="8c4489c01a6c1277" providerId="LiveId" clId="{45F83352-28FF-419B-B43F-0DBB91925988}" dt="2025-07-22T15:50:15.185" v="7185" actId="20577"/>
        <pc:sldMkLst>
          <pc:docMk/>
          <pc:sldMk cId="1354125662" sldId="281"/>
        </pc:sldMkLst>
        <pc:spChg chg="mod">
          <ac:chgData name="Riccardo Caccia" userId="8c4489c01a6c1277" providerId="LiveId" clId="{45F83352-28FF-419B-B43F-0DBB91925988}" dt="2025-07-22T15:50:15.185" v="7185" actId="20577"/>
          <ac:spMkLst>
            <pc:docMk/>
            <pc:sldMk cId="1354125662" sldId="281"/>
            <ac:spMk id="3" creationId="{52615405-E7A0-7D12-1900-D27C6E20006C}"/>
          </ac:spMkLst>
        </pc:spChg>
        <pc:spChg chg="mod">
          <ac:chgData name="Riccardo Caccia" userId="8c4489c01a6c1277" providerId="LiveId" clId="{45F83352-28FF-419B-B43F-0DBB91925988}" dt="2025-07-22T13:13:54.786" v="6619" actId="20577"/>
          <ac:spMkLst>
            <pc:docMk/>
            <pc:sldMk cId="1354125662" sldId="281"/>
            <ac:spMk id="9" creationId="{62E9ECAC-0D26-2536-DE94-DE6BF2CD0261}"/>
          </ac:spMkLst>
        </pc:spChg>
        <pc:spChg chg="del mod">
          <ac:chgData name="Riccardo Caccia" userId="8c4489c01a6c1277" providerId="LiveId" clId="{45F83352-28FF-419B-B43F-0DBB91925988}" dt="2025-07-22T13:12:42.731" v="6550"/>
          <ac:spMkLst>
            <pc:docMk/>
            <pc:sldMk cId="1354125662" sldId="281"/>
            <ac:spMk id="12" creationId="{029904A2-3BE4-5BD1-9693-54C23087828D}"/>
          </ac:spMkLst>
        </pc:spChg>
        <pc:picChg chg="add mod">
          <ac:chgData name="Riccardo Caccia" userId="8c4489c01a6c1277" providerId="LiveId" clId="{45F83352-28FF-419B-B43F-0DBB91925988}" dt="2025-07-22T13:11:10.541" v="6476" actId="1076"/>
          <ac:picMkLst>
            <pc:docMk/>
            <pc:sldMk cId="1354125662" sldId="281"/>
            <ac:picMk id="5" creationId="{1F955851-3AF1-5C5D-88E0-DF5F459F4476}"/>
          </ac:picMkLst>
        </pc:picChg>
      </pc:sldChg>
      <pc:sldChg chg="addSp delSp modSp add mod">
        <pc:chgData name="Riccardo Caccia" userId="8c4489c01a6c1277" providerId="LiveId" clId="{45F83352-28FF-419B-B43F-0DBB91925988}" dt="2025-07-23T09:40:14.289" v="8389" actId="20577"/>
        <pc:sldMkLst>
          <pc:docMk/>
          <pc:sldMk cId="364785998" sldId="282"/>
        </pc:sldMkLst>
        <pc:spChg chg="mod">
          <ac:chgData name="Riccardo Caccia" userId="8c4489c01a6c1277" providerId="LiveId" clId="{45F83352-28FF-419B-B43F-0DBB91925988}" dt="2025-07-17T09:19:45.751" v="4395" actId="20577"/>
          <ac:spMkLst>
            <pc:docMk/>
            <pc:sldMk cId="364785998" sldId="282"/>
            <ac:spMk id="3" creationId="{303D3982-83E4-56F4-161C-9872579ECF42}"/>
          </ac:spMkLst>
        </pc:spChg>
        <pc:spChg chg="mod">
          <ac:chgData name="Riccardo Caccia" userId="8c4489c01a6c1277" providerId="LiveId" clId="{45F83352-28FF-419B-B43F-0DBB91925988}" dt="2025-07-23T09:40:07.622" v="8385" actId="20577"/>
          <ac:spMkLst>
            <pc:docMk/>
            <pc:sldMk cId="364785998" sldId="282"/>
            <ac:spMk id="4" creationId="{A2D541C4-B85C-D8D6-A2DF-12F19ADF9C4D}"/>
          </ac:spMkLst>
        </pc:spChg>
        <pc:spChg chg="mod">
          <ac:chgData name="Riccardo Caccia" userId="8c4489c01a6c1277" providerId="LiveId" clId="{45F83352-28FF-419B-B43F-0DBB91925988}" dt="2025-07-23T09:40:10.527" v="8387" actId="20577"/>
          <ac:spMkLst>
            <pc:docMk/>
            <pc:sldMk cId="364785998" sldId="282"/>
            <ac:spMk id="7" creationId="{7AF84717-51DC-4D09-9D2D-531632739440}"/>
          </ac:spMkLst>
        </pc:spChg>
        <pc:spChg chg="add mod">
          <ac:chgData name="Riccardo Caccia" userId="8c4489c01a6c1277" providerId="LiveId" clId="{45F83352-28FF-419B-B43F-0DBB91925988}" dt="2025-07-23T09:40:14.289" v="8389" actId="20577"/>
          <ac:spMkLst>
            <pc:docMk/>
            <pc:sldMk cId="364785998" sldId="282"/>
            <ac:spMk id="12" creationId="{9E348194-C7F1-421E-05F2-E3A365ED9D66}"/>
          </ac:spMkLst>
        </pc:spChg>
        <pc:picChg chg="mod">
          <ac:chgData name="Riccardo Caccia" userId="8c4489c01a6c1277" providerId="LiveId" clId="{45F83352-28FF-419B-B43F-0DBB91925988}" dt="2025-07-21T21:30:37.701" v="5996" actId="1076"/>
          <ac:picMkLst>
            <pc:docMk/>
            <pc:sldMk cId="364785998" sldId="282"/>
            <ac:picMk id="6" creationId="{E6F3525E-C054-6363-135A-962D6F1C445D}"/>
          </ac:picMkLst>
        </pc:picChg>
        <pc:picChg chg="add mod modCrop">
          <ac:chgData name="Riccardo Caccia" userId="8c4489c01a6c1277" providerId="LiveId" clId="{45F83352-28FF-419B-B43F-0DBB91925988}" dt="2025-07-21T21:52:14.908" v="6181" actId="1076"/>
          <ac:picMkLst>
            <pc:docMk/>
            <pc:sldMk cId="364785998" sldId="282"/>
            <ac:picMk id="13" creationId="{FAB39E7F-893F-722C-B6A1-5F66152E7FFB}"/>
          </ac:picMkLst>
        </pc:picChg>
        <pc:picChg chg="add mod ord">
          <ac:chgData name="Riccardo Caccia" userId="8c4489c01a6c1277" providerId="LiveId" clId="{45F83352-28FF-419B-B43F-0DBB91925988}" dt="2025-07-21T21:54:23.727" v="6193" actId="167"/>
          <ac:picMkLst>
            <pc:docMk/>
            <pc:sldMk cId="364785998" sldId="282"/>
            <ac:picMk id="16" creationId="{B57127C7-2CF8-4907-7C32-7B66ACE0D4DF}"/>
          </ac:picMkLst>
        </pc:picChg>
        <pc:picChg chg="add mod">
          <ac:chgData name="Riccardo Caccia" userId="8c4489c01a6c1277" providerId="LiveId" clId="{45F83352-28FF-419B-B43F-0DBB91925988}" dt="2025-07-21T21:58:01.198" v="6203" actId="1076"/>
          <ac:picMkLst>
            <pc:docMk/>
            <pc:sldMk cId="364785998" sldId="282"/>
            <ac:picMk id="19" creationId="{45657C92-24A9-BA13-040C-C04FC326D2E2}"/>
          </ac:picMkLst>
        </pc:picChg>
        <pc:picChg chg="add mod">
          <ac:chgData name="Riccardo Caccia" userId="8c4489c01a6c1277" providerId="LiveId" clId="{45F83352-28FF-419B-B43F-0DBB91925988}" dt="2025-07-21T21:59:11.252" v="6207" actId="1076"/>
          <ac:picMkLst>
            <pc:docMk/>
            <pc:sldMk cId="364785998" sldId="282"/>
            <ac:picMk id="21" creationId="{0BAFB165-21A3-898B-0390-2F2BD858359B}"/>
          </ac:picMkLst>
        </pc:picChg>
        <pc:inkChg chg="mod">
          <ac:chgData name="Riccardo Caccia" userId="8c4489c01a6c1277" providerId="LiveId" clId="{45F83352-28FF-419B-B43F-0DBB91925988}" dt="2025-07-21T21:54:44.894" v="6197" actId="1076"/>
          <ac:inkMkLst>
            <pc:docMk/>
            <pc:sldMk cId="364785998" sldId="282"/>
            <ac:inkMk id="14" creationId="{C44DB2B0-328B-4A6A-2F35-C02B829583CC}"/>
          </ac:inkMkLst>
        </pc:inkChg>
        <pc:inkChg chg="mod">
          <ac:chgData name="Riccardo Caccia" userId="8c4489c01a6c1277" providerId="LiveId" clId="{45F83352-28FF-419B-B43F-0DBB91925988}" dt="2025-07-21T21:54:42.501" v="6196" actId="1076"/>
          <ac:inkMkLst>
            <pc:docMk/>
            <pc:sldMk cId="364785998" sldId="282"/>
            <ac:inkMk id="18" creationId="{A3E6829C-2DC7-EC69-EC52-43F143A20D39}"/>
          </ac:inkMkLst>
        </pc:inkChg>
      </pc:sldChg>
      <pc:sldChg chg="addSp delSp modSp new mod">
        <pc:chgData name="Riccardo Caccia" userId="8c4489c01a6c1277" providerId="LiveId" clId="{45F83352-28FF-419B-B43F-0DBB91925988}" dt="2025-07-23T09:40:28.854" v="8391" actId="20577"/>
        <pc:sldMkLst>
          <pc:docMk/>
          <pc:sldMk cId="521052023" sldId="283"/>
        </pc:sldMkLst>
        <pc:spChg chg="mod">
          <ac:chgData name="Riccardo Caccia" userId="8c4489c01a6c1277" providerId="LiveId" clId="{45F83352-28FF-419B-B43F-0DBB91925988}" dt="2025-07-17T09:20:16.691" v="4420" actId="20577"/>
          <ac:spMkLst>
            <pc:docMk/>
            <pc:sldMk cId="521052023" sldId="283"/>
            <ac:spMk id="3" creationId="{866B6F1A-4248-8D8F-8B94-946922841AD7}"/>
          </ac:spMkLst>
        </pc:spChg>
        <pc:spChg chg="add mod">
          <ac:chgData name="Riccardo Caccia" userId="8c4489c01a6c1277" providerId="LiveId" clId="{45F83352-28FF-419B-B43F-0DBB91925988}" dt="2025-07-23T09:40:28.854" v="8391" actId="20577"/>
          <ac:spMkLst>
            <pc:docMk/>
            <pc:sldMk cId="521052023" sldId="283"/>
            <ac:spMk id="5" creationId="{4820A95C-4F98-1E87-448F-595D330F0C41}"/>
          </ac:spMkLst>
        </pc:spChg>
        <pc:picChg chg="add mod modCrop">
          <ac:chgData name="Riccardo Caccia" userId="8c4489c01a6c1277" providerId="LiveId" clId="{45F83352-28FF-419B-B43F-0DBB91925988}" dt="2025-07-21T21:40:09.447" v="6082" actId="1076"/>
          <ac:picMkLst>
            <pc:docMk/>
            <pc:sldMk cId="521052023" sldId="283"/>
            <ac:picMk id="6" creationId="{3BEAAAE5-9426-E7B6-9638-5773FE9F00AA}"/>
          </ac:picMkLst>
        </pc:picChg>
        <pc:picChg chg="add mod ord modCrop">
          <ac:chgData name="Riccardo Caccia" userId="8c4489c01a6c1277" providerId="LiveId" clId="{45F83352-28FF-419B-B43F-0DBB91925988}" dt="2025-07-21T21:40:51.736" v="6088" actId="1076"/>
          <ac:picMkLst>
            <pc:docMk/>
            <pc:sldMk cId="521052023" sldId="283"/>
            <ac:picMk id="8" creationId="{C3A24123-6D4A-E7A6-2C92-A7A8C9894FE7}"/>
          </ac:picMkLst>
        </pc:picChg>
        <pc:picChg chg="add mod modCrop">
          <ac:chgData name="Riccardo Caccia" userId="8c4489c01a6c1277" providerId="LiveId" clId="{45F83352-28FF-419B-B43F-0DBB91925988}" dt="2025-07-21T21:40:38.582" v="6085" actId="1076"/>
          <ac:picMkLst>
            <pc:docMk/>
            <pc:sldMk cId="521052023" sldId="283"/>
            <ac:picMk id="10" creationId="{75455665-7047-5006-DE8D-A1B8A7EA22D7}"/>
          </ac:picMkLst>
        </pc:picChg>
      </pc:sldChg>
      <pc:sldChg chg="delSp add del mod ord">
        <pc:chgData name="Riccardo Caccia" userId="8c4489c01a6c1277" providerId="LiveId" clId="{45F83352-28FF-419B-B43F-0DBB91925988}" dt="2025-07-17T09:13:56.574" v="4340" actId="2696"/>
        <pc:sldMkLst>
          <pc:docMk/>
          <pc:sldMk cId="2577195595" sldId="283"/>
        </pc:sldMkLst>
      </pc:sldChg>
      <pc:sldChg chg="new del">
        <pc:chgData name="Riccardo Caccia" userId="8c4489c01a6c1277" providerId="LiveId" clId="{45F83352-28FF-419B-B43F-0DBB91925988}" dt="2025-07-17T09:14:35.961" v="4342" actId="47"/>
        <pc:sldMkLst>
          <pc:docMk/>
          <pc:sldMk cId="3041945094" sldId="283"/>
        </pc:sldMkLst>
      </pc:sldChg>
      <pc:sldChg chg="add del">
        <pc:chgData name="Riccardo Caccia" userId="8c4489c01a6c1277" providerId="LiveId" clId="{45F83352-28FF-419B-B43F-0DBB91925988}" dt="2025-07-17T09:10:06.823" v="4315" actId="2696"/>
        <pc:sldMkLst>
          <pc:docMk/>
          <pc:sldMk cId="1550848571" sldId="284"/>
        </pc:sldMkLst>
      </pc:sldChg>
      <pc:sldChg chg="modSp new del mod">
        <pc:chgData name="Riccardo Caccia" userId="8c4489c01a6c1277" providerId="LiveId" clId="{45F83352-28FF-419B-B43F-0DBB91925988}" dt="2025-07-21T22:22:07.062" v="6350" actId="47"/>
        <pc:sldMkLst>
          <pc:docMk/>
          <pc:sldMk cId="2069913412" sldId="284"/>
        </pc:sldMkLst>
      </pc:sldChg>
      <pc:sldChg chg="addSp delSp modSp add mod ord">
        <pc:chgData name="Riccardo Caccia" userId="8c4489c01a6c1277" providerId="LiveId" clId="{45F83352-28FF-419B-B43F-0DBB91925988}" dt="2025-07-22T14:10:04.833" v="7016" actId="14100"/>
        <pc:sldMkLst>
          <pc:docMk/>
          <pc:sldMk cId="441117642" sldId="285"/>
        </pc:sldMkLst>
        <pc:spChg chg="add mod">
          <ac:chgData name="Riccardo Caccia" userId="8c4489c01a6c1277" providerId="LiveId" clId="{45F83352-28FF-419B-B43F-0DBB91925988}" dt="2025-07-22T14:10:04.833" v="7016" actId="14100"/>
          <ac:spMkLst>
            <pc:docMk/>
            <pc:sldMk cId="441117642" sldId="285"/>
            <ac:spMk id="9" creationId="{73F8E601-A42E-DFD4-ECD9-98926C00388D}"/>
          </ac:spMkLst>
        </pc:spChg>
        <pc:picChg chg="add mod">
          <ac:chgData name="Riccardo Caccia" userId="8c4489c01a6c1277" providerId="LiveId" clId="{45F83352-28FF-419B-B43F-0DBB91925988}" dt="2025-07-22T13:35:03.259" v="6655" actId="1076"/>
          <ac:picMkLst>
            <pc:docMk/>
            <pc:sldMk cId="441117642" sldId="285"/>
            <ac:picMk id="5" creationId="{06E4F8C9-299D-97AF-9044-C73E4065F3A9}"/>
          </ac:picMkLst>
        </pc:picChg>
        <pc:picChg chg="add mod">
          <ac:chgData name="Riccardo Caccia" userId="8c4489c01a6c1277" providerId="LiveId" clId="{45F83352-28FF-419B-B43F-0DBB91925988}" dt="2025-07-22T13:35:16.878" v="6659" actId="1076"/>
          <ac:picMkLst>
            <pc:docMk/>
            <pc:sldMk cId="441117642" sldId="285"/>
            <ac:picMk id="6" creationId="{DE522C44-9E06-367C-9C36-B812ECBF8304}"/>
          </ac:picMkLst>
        </pc:picChg>
        <pc:picChg chg="add mod">
          <ac:chgData name="Riccardo Caccia" userId="8c4489c01a6c1277" providerId="LiveId" clId="{45F83352-28FF-419B-B43F-0DBB91925988}" dt="2025-07-22T13:35:12.305" v="6657" actId="1076"/>
          <ac:picMkLst>
            <pc:docMk/>
            <pc:sldMk cId="441117642" sldId="285"/>
            <ac:picMk id="8" creationId="{DD66E48E-B03E-4C18-B12F-65EF56880BB1}"/>
          </ac:picMkLst>
        </pc:picChg>
      </pc:sldChg>
      <pc:sldChg chg="addSp delSp modSp add mod">
        <pc:chgData name="Riccardo Caccia" userId="8c4489c01a6c1277" providerId="LiveId" clId="{45F83352-28FF-419B-B43F-0DBB91925988}" dt="2025-07-23T09:30:15.926" v="8237" actId="20577"/>
        <pc:sldMkLst>
          <pc:docMk/>
          <pc:sldMk cId="4032540178" sldId="286"/>
        </pc:sldMkLst>
        <pc:spChg chg="mod">
          <ac:chgData name="Riccardo Caccia" userId="8c4489c01a6c1277" providerId="LiveId" clId="{45F83352-28FF-419B-B43F-0DBB91925988}" dt="2025-07-23T09:30:15.926" v="8237" actId="20577"/>
          <ac:spMkLst>
            <pc:docMk/>
            <pc:sldMk cId="4032540178" sldId="286"/>
            <ac:spMk id="3" creationId="{B58E2D89-0E31-31A0-4AF2-55F66C31E636}"/>
          </ac:spMkLst>
        </pc:spChg>
        <pc:picChg chg="add mod">
          <ac:chgData name="Riccardo Caccia" userId="8c4489c01a6c1277" providerId="LiveId" clId="{45F83352-28FF-419B-B43F-0DBB91925988}" dt="2025-07-22T09:57:09.401" v="6378" actId="1076"/>
          <ac:picMkLst>
            <pc:docMk/>
            <pc:sldMk cId="4032540178" sldId="286"/>
            <ac:picMk id="5" creationId="{74CC1DED-7F57-B860-2374-FBCC5EF4BBC6}"/>
          </ac:picMkLst>
        </pc:picChg>
        <pc:picChg chg="add mod">
          <ac:chgData name="Riccardo Caccia" userId="8c4489c01a6c1277" providerId="LiveId" clId="{45F83352-28FF-419B-B43F-0DBB91925988}" dt="2025-07-22T09:57:19.227" v="6379" actId="1076"/>
          <ac:picMkLst>
            <pc:docMk/>
            <pc:sldMk cId="4032540178" sldId="286"/>
            <ac:picMk id="12" creationId="{40056FCD-677D-69AB-7609-16AFDA860AA4}"/>
          </ac:picMkLst>
        </pc:picChg>
      </pc:sldChg>
      <pc:sldChg chg="addSp delSp modSp add mod">
        <pc:chgData name="Riccardo Caccia" userId="8c4489c01a6c1277" providerId="LiveId" clId="{45F83352-28FF-419B-B43F-0DBB91925988}" dt="2025-07-23T09:30:21.341" v="8238" actId="20577"/>
        <pc:sldMkLst>
          <pc:docMk/>
          <pc:sldMk cId="454879093" sldId="287"/>
        </pc:sldMkLst>
        <pc:spChg chg="mod">
          <ac:chgData name="Riccardo Caccia" userId="8c4489c01a6c1277" providerId="LiveId" clId="{45F83352-28FF-419B-B43F-0DBB91925988}" dt="2025-07-23T09:30:21.341" v="8238" actId="20577"/>
          <ac:spMkLst>
            <pc:docMk/>
            <pc:sldMk cId="454879093" sldId="287"/>
            <ac:spMk id="3" creationId="{73BDE425-57FA-7E57-BD6F-CB81BBF47B4D}"/>
          </ac:spMkLst>
        </pc:spChg>
        <pc:picChg chg="add mod">
          <ac:chgData name="Riccardo Caccia" userId="8c4489c01a6c1277" providerId="LiveId" clId="{45F83352-28FF-419B-B43F-0DBB91925988}" dt="2025-07-21T20:36:19.981" v="5440" actId="1076"/>
          <ac:picMkLst>
            <pc:docMk/>
            <pc:sldMk cId="454879093" sldId="287"/>
            <ac:picMk id="5" creationId="{75D98D4B-134F-6C39-1CDA-DD0C4CF4D2B5}"/>
          </ac:picMkLst>
        </pc:picChg>
        <pc:picChg chg="add mod">
          <ac:chgData name="Riccardo Caccia" userId="8c4489c01a6c1277" providerId="LiveId" clId="{45F83352-28FF-419B-B43F-0DBB91925988}" dt="2025-07-21T20:36:28.057" v="5441" actId="1076"/>
          <ac:picMkLst>
            <pc:docMk/>
            <pc:sldMk cId="454879093" sldId="287"/>
            <ac:picMk id="7" creationId="{8064C68D-36DB-9234-BC6B-C054D8AA9135}"/>
          </ac:picMkLst>
        </pc:picChg>
      </pc:sldChg>
      <pc:sldChg chg="addSp delSp modSp add mod">
        <pc:chgData name="Riccardo Caccia" userId="8c4489c01a6c1277" providerId="LiveId" clId="{45F83352-28FF-419B-B43F-0DBB91925988}" dt="2025-07-22T15:20:35.555" v="7114" actId="20577"/>
        <pc:sldMkLst>
          <pc:docMk/>
          <pc:sldMk cId="4232571661" sldId="288"/>
        </pc:sldMkLst>
        <pc:spChg chg="mod">
          <ac:chgData name="Riccardo Caccia" userId="8c4489c01a6c1277" providerId="LiveId" clId="{45F83352-28FF-419B-B43F-0DBB91925988}" dt="2025-07-22T15:20:35.555" v="7114" actId="20577"/>
          <ac:spMkLst>
            <pc:docMk/>
            <pc:sldMk cId="4232571661" sldId="288"/>
            <ac:spMk id="3" creationId="{20EA7B17-B8E2-FCAB-F50D-B1F3E0522F75}"/>
          </ac:spMkLst>
        </pc:spChg>
        <pc:spChg chg="add mod">
          <ac:chgData name="Riccardo Caccia" userId="8c4489c01a6c1277" providerId="LiveId" clId="{45F83352-28FF-419B-B43F-0DBB91925988}" dt="2025-07-22T14:05:24.120" v="6965" actId="20577"/>
          <ac:spMkLst>
            <pc:docMk/>
            <pc:sldMk cId="4232571661" sldId="288"/>
            <ac:spMk id="8" creationId="{52E3594F-70D2-68D3-5861-AC9BDB52FF4A}"/>
          </ac:spMkLst>
        </pc:spChg>
        <pc:spChg chg="add del mod">
          <ac:chgData name="Riccardo Caccia" userId="8c4489c01a6c1277" providerId="LiveId" clId="{45F83352-28FF-419B-B43F-0DBB91925988}" dt="2025-07-22T12:40:15.678" v="6434" actId="478"/>
          <ac:spMkLst>
            <pc:docMk/>
            <pc:sldMk cId="4232571661" sldId="288"/>
            <ac:spMk id="10" creationId="{3CD4813F-CC0E-8FD6-E0EE-DD0500201492}"/>
          </ac:spMkLst>
        </pc:spChg>
        <pc:spChg chg="add del mod">
          <ac:chgData name="Riccardo Caccia" userId="8c4489c01a6c1277" providerId="LiveId" clId="{45F83352-28FF-419B-B43F-0DBB91925988}" dt="2025-07-22T12:35:32.685" v="6395" actId="478"/>
          <ac:spMkLst>
            <pc:docMk/>
            <pc:sldMk cId="4232571661" sldId="288"/>
            <ac:spMk id="11" creationId="{25C6F600-69D2-1EB3-50EC-1B9780D7D08C}"/>
          </ac:spMkLst>
        </pc:spChg>
        <pc:picChg chg="add del mod">
          <ac:chgData name="Riccardo Caccia" userId="8c4489c01a6c1277" providerId="LiveId" clId="{45F83352-28FF-419B-B43F-0DBB91925988}" dt="2025-07-22T12:36:05.812" v="6401" actId="478"/>
          <ac:picMkLst>
            <pc:docMk/>
            <pc:sldMk cId="4232571661" sldId="288"/>
            <ac:picMk id="5" creationId="{7D26EE3B-E84C-B4A3-6D70-7CBDAA550FA0}"/>
          </ac:picMkLst>
        </pc:picChg>
        <pc:picChg chg="add mod">
          <ac:chgData name="Riccardo Caccia" userId="8c4489c01a6c1277" providerId="LiveId" clId="{45F83352-28FF-419B-B43F-0DBB91925988}" dt="2025-07-17T10:20:42.719" v="5051" actId="1076"/>
          <ac:picMkLst>
            <pc:docMk/>
            <pc:sldMk cId="4232571661" sldId="288"/>
            <ac:picMk id="6" creationId="{4122C7FC-090D-31E3-CBB9-0B8989062D42}"/>
          </ac:picMkLst>
        </pc:picChg>
        <pc:picChg chg="add mod">
          <ac:chgData name="Riccardo Caccia" userId="8c4489c01a6c1277" providerId="LiveId" clId="{45F83352-28FF-419B-B43F-0DBB91925988}" dt="2025-07-22T13:41:56.578" v="6685" actId="1076"/>
          <ac:picMkLst>
            <pc:docMk/>
            <pc:sldMk cId="4232571661" sldId="288"/>
            <ac:picMk id="7" creationId="{1D0CEA09-7E5E-B9FF-CD32-BB3B16DCC9A8}"/>
          </ac:picMkLst>
        </pc:picChg>
        <pc:picChg chg="add del mod">
          <ac:chgData name="Riccardo Caccia" userId="8c4489c01a6c1277" providerId="LiveId" clId="{45F83352-28FF-419B-B43F-0DBB91925988}" dt="2025-07-22T13:41:29.862" v="6677" actId="478"/>
          <ac:picMkLst>
            <pc:docMk/>
            <pc:sldMk cId="4232571661" sldId="288"/>
            <ac:picMk id="9" creationId="{F1DBB8EE-5D57-1347-C558-7966469D0FDC}"/>
          </ac:picMkLst>
        </pc:picChg>
        <pc:picChg chg="add del mod">
          <ac:chgData name="Riccardo Caccia" userId="8c4489c01a6c1277" providerId="LiveId" clId="{45F83352-28FF-419B-B43F-0DBB91925988}" dt="2025-07-22T13:59:57.846" v="6873" actId="21"/>
          <ac:picMkLst>
            <pc:docMk/>
            <pc:sldMk cId="4232571661" sldId="288"/>
            <ac:picMk id="13" creationId="{91A07F41-2605-518C-97BC-587CAE9055A7}"/>
          </ac:picMkLst>
        </pc:picChg>
        <pc:picChg chg="add mod ord">
          <ac:chgData name="Riccardo Caccia" userId="8c4489c01a6c1277" providerId="LiveId" clId="{45F83352-28FF-419B-B43F-0DBB91925988}" dt="2025-07-22T13:59:52.072" v="6872" actId="167"/>
          <ac:picMkLst>
            <pc:docMk/>
            <pc:sldMk cId="4232571661" sldId="288"/>
            <ac:picMk id="15" creationId="{A740ED1F-85E3-3467-0D50-7FE3948E1A62}"/>
          </ac:picMkLst>
        </pc:picChg>
      </pc:sldChg>
      <pc:sldChg chg="addSp delSp modSp add mod ord">
        <pc:chgData name="Riccardo Caccia" userId="8c4489c01a6c1277" providerId="LiveId" clId="{45F83352-28FF-419B-B43F-0DBB91925988}" dt="2025-07-22T14:07:18.064" v="6982" actId="1076"/>
        <pc:sldMkLst>
          <pc:docMk/>
          <pc:sldMk cId="2464029235" sldId="289"/>
        </pc:sldMkLst>
        <pc:spChg chg="mod">
          <ac:chgData name="Riccardo Caccia" userId="8c4489c01a6c1277" providerId="LiveId" clId="{45F83352-28FF-419B-B43F-0DBB91925988}" dt="2025-07-21T19:25:52.958" v="5329" actId="20577"/>
          <ac:spMkLst>
            <pc:docMk/>
            <pc:sldMk cId="2464029235" sldId="289"/>
            <ac:spMk id="3" creationId="{1BCF9212-6B43-0616-6DF5-5774285AAD78}"/>
          </ac:spMkLst>
        </pc:spChg>
        <pc:spChg chg="add del mod">
          <ac:chgData name="Riccardo Caccia" userId="8c4489c01a6c1277" providerId="LiveId" clId="{45F83352-28FF-419B-B43F-0DBB91925988}" dt="2025-07-22T12:37:53.027" v="6422"/>
          <ac:spMkLst>
            <pc:docMk/>
            <pc:sldMk cId="2464029235" sldId="289"/>
            <ac:spMk id="6" creationId="{9915B217-3FAF-2F8F-E327-8F040230D5AB}"/>
          </ac:spMkLst>
        </pc:spChg>
        <pc:spChg chg="add mod">
          <ac:chgData name="Riccardo Caccia" userId="8c4489c01a6c1277" providerId="LiveId" clId="{45F83352-28FF-419B-B43F-0DBB91925988}" dt="2025-07-22T14:07:03.866" v="6979" actId="1076"/>
          <ac:spMkLst>
            <pc:docMk/>
            <pc:sldMk cId="2464029235" sldId="289"/>
            <ac:spMk id="7" creationId="{9BF260DA-A2C7-B813-81F8-273B577E78AC}"/>
          </ac:spMkLst>
        </pc:spChg>
        <pc:picChg chg="add mod">
          <ac:chgData name="Riccardo Caccia" userId="8c4489c01a6c1277" providerId="LiveId" clId="{45F83352-28FF-419B-B43F-0DBB91925988}" dt="2025-07-22T12:37:35.262" v="6418" actId="1076"/>
          <ac:picMkLst>
            <pc:docMk/>
            <pc:sldMk cId="2464029235" sldId="289"/>
            <ac:picMk id="4" creationId="{BE32D52A-9A03-A284-AB16-3AC21A77231A}"/>
          </ac:picMkLst>
        </pc:picChg>
        <pc:picChg chg="add mod">
          <ac:chgData name="Riccardo Caccia" userId="8c4489c01a6c1277" providerId="LiveId" clId="{45F83352-28FF-419B-B43F-0DBB91925988}" dt="2025-07-21T19:24:04.836" v="5293" actId="1076"/>
          <ac:picMkLst>
            <pc:docMk/>
            <pc:sldMk cId="2464029235" sldId="289"/>
            <ac:picMk id="5" creationId="{CA56EAE9-424E-08CE-BD1F-9D3AF43434C0}"/>
          </ac:picMkLst>
        </pc:picChg>
        <pc:picChg chg="add mod">
          <ac:chgData name="Riccardo Caccia" userId="8c4489c01a6c1277" providerId="LiveId" clId="{45F83352-28FF-419B-B43F-0DBB91925988}" dt="2025-07-22T14:07:18.064" v="6982" actId="1076"/>
          <ac:picMkLst>
            <pc:docMk/>
            <pc:sldMk cId="2464029235" sldId="289"/>
            <ac:picMk id="8" creationId="{6DF1CCD5-4E20-2F98-C2F0-DD148A899EED}"/>
          </ac:picMkLst>
        </pc:picChg>
        <pc:picChg chg="add mod">
          <ac:chgData name="Riccardo Caccia" userId="8c4489c01a6c1277" providerId="LiveId" clId="{45F83352-28FF-419B-B43F-0DBB91925988}" dt="2025-07-21T19:24:12.701" v="5295" actId="1076"/>
          <ac:picMkLst>
            <pc:docMk/>
            <pc:sldMk cId="2464029235" sldId="289"/>
            <ac:picMk id="9" creationId="{9527FE5A-E6CB-33AE-B215-A1C635B860C2}"/>
          </ac:picMkLst>
        </pc:picChg>
      </pc:sldChg>
      <pc:sldChg chg="addSp delSp modSp add mod">
        <pc:chgData name="Riccardo Caccia" userId="8c4489c01a6c1277" providerId="LiveId" clId="{45F83352-28FF-419B-B43F-0DBB91925988}" dt="2025-07-22T14:08:37.127" v="6988" actId="403"/>
        <pc:sldMkLst>
          <pc:docMk/>
          <pc:sldMk cId="1702173902" sldId="290"/>
        </pc:sldMkLst>
        <pc:spChg chg="mod">
          <ac:chgData name="Riccardo Caccia" userId="8c4489c01a6c1277" providerId="LiveId" clId="{45F83352-28FF-419B-B43F-0DBB91925988}" dt="2025-07-21T19:25:36.581" v="5318" actId="20577"/>
          <ac:spMkLst>
            <pc:docMk/>
            <pc:sldMk cId="1702173902" sldId="290"/>
            <ac:spMk id="3" creationId="{264D85D1-50E1-EE28-0EE2-8C959D3C7F9F}"/>
          </ac:spMkLst>
        </pc:spChg>
        <pc:spChg chg="add del mod">
          <ac:chgData name="Riccardo Caccia" userId="8c4489c01a6c1277" providerId="LiveId" clId="{45F83352-28FF-419B-B43F-0DBB91925988}" dt="2025-07-22T12:36:21.990" v="6408" actId="478"/>
          <ac:spMkLst>
            <pc:docMk/>
            <pc:sldMk cId="1702173902" sldId="290"/>
            <ac:spMk id="4" creationId="{1CE90174-B410-694F-0045-8BEA4290DE9A}"/>
          </ac:spMkLst>
        </pc:spChg>
        <pc:spChg chg="add del mod">
          <ac:chgData name="Riccardo Caccia" userId="8c4489c01a6c1277" providerId="LiveId" clId="{45F83352-28FF-419B-B43F-0DBB91925988}" dt="2025-07-22T12:39:34.753" v="6428"/>
          <ac:spMkLst>
            <pc:docMk/>
            <pc:sldMk cId="1702173902" sldId="290"/>
            <ac:spMk id="9" creationId="{D2FA2614-9FE4-8B73-D93F-8C1C68FBF491}"/>
          </ac:spMkLst>
        </pc:spChg>
        <pc:spChg chg="del mod">
          <ac:chgData name="Riccardo Caccia" userId="8c4489c01a6c1277" providerId="LiveId" clId="{45F83352-28FF-419B-B43F-0DBB91925988}" dt="2025-07-22T12:36:25.068" v="6409" actId="478"/>
          <ac:spMkLst>
            <pc:docMk/>
            <pc:sldMk cId="1702173902" sldId="290"/>
            <ac:spMk id="10" creationId="{40400F31-949C-A769-1B8E-26AC575D691C}"/>
          </ac:spMkLst>
        </pc:spChg>
        <pc:spChg chg="add mod">
          <ac:chgData name="Riccardo Caccia" userId="8c4489c01a6c1277" providerId="LiveId" clId="{45F83352-28FF-419B-B43F-0DBB91925988}" dt="2025-07-22T14:08:37.127" v="6988" actId="403"/>
          <ac:spMkLst>
            <pc:docMk/>
            <pc:sldMk cId="1702173902" sldId="290"/>
            <ac:spMk id="11" creationId="{19B895D4-AD67-CDAE-2771-2A5B918E45FB}"/>
          </ac:spMkLst>
        </pc:spChg>
        <pc:picChg chg="add del mod">
          <ac:chgData name="Riccardo Caccia" userId="8c4489c01a6c1277" providerId="LiveId" clId="{45F83352-28FF-419B-B43F-0DBB91925988}" dt="2025-07-22T12:36:08.730" v="6402" actId="478"/>
          <ac:picMkLst>
            <pc:docMk/>
            <pc:sldMk cId="1702173902" sldId="290"/>
            <ac:picMk id="6" creationId="{ED032CCA-E39A-59BD-CA7B-59109233156E}"/>
          </ac:picMkLst>
        </pc:picChg>
        <pc:picChg chg="add del mod">
          <ac:chgData name="Riccardo Caccia" userId="8c4489c01a6c1277" providerId="LiveId" clId="{45F83352-28FF-419B-B43F-0DBB91925988}" dt="2025-07-22T12:37:59.129" v="6423" actId="478"/>
          <ac:picMkLst>
            <pc:docMk/>
            <pc:sldMk cId="1702173902" sldId="290"/>
            <ac:picMk id="7" creationId="{62BB5A4E-3004-2668-4489-D669B28470B5}"/>
          </ac:picMkLst>
        </pc:picChg>
        <pc:picChg chg="add mod ord modCrop">
          <ac:chgData name="Riccardo Caccia" userId="8c4489c01a6c1277" providerId="LiveId" clId="{45F83352-28FF-419B-B43F-0DBB91925988}" dt="2025-07-21T19:27:17.569" v="5339" actId="1076"/>
          <ac:picMkLst>
            <pc:docMk/>
            <pc:sldMk cId="1702173902" sldId="290"/>
            <ac:picMk id="8" creationId="{952E21A5-0DE2-BEBE-2834-1CA4BD74E5F5}"/>
          </ac:picMkLst>
        </pc:picChg>
        <pc:picChg chg="add mod ord">
          <ac:chgData name="Riccardo Caccia" userId="8c4489c01a6c1277" providerId="LiveId" clId="{45F83352-28FF-419B-B43F-0DBB91925988}" dt="2025-07-21T19:27:10.707" v="5338" actId="1076"/>
          <ac:picMkLst>
            <pc:docMk/>
            <pc:sldMk cId="1702173902" sldId="290"/>
            <ac:picMk id="13" creationId="{4C4449D8-5929-E37C-0978-528DE2CEAE09}"/>
          </ac:picMkLst>
        </pc:picChg>
        <pc:picChg chg="add mod">
          <ac:chgData name="Riccardo Caccia" userId="8c4489c01a6c1277" providerId="LiveId" clId="{45F83352-28FF-419B-B43F-0DBB91925988}" dt="2025-07-22T13:58:45.173" v="6865" actId="1076"/>
          <ac:picMkLst>
            <pc:docMk/>
            <pc:sldMk cId="1702173902" sldId="290"/>
            <ac:picMk id="14" creationId="{CC1BF91E-C54B-8F3E-8688-5DD6BFDF5E05}"/>
          </ac:picMkLst>
        </pc:picChg>
        <pc:picChg chg="add del mod">
          <ac:chgData name="Riccardo Caccia" userId="8c4489c01a6c1277" providerId="LiveId" clId="{45F83352-28FF-419B-B43F-0DBB91925988}" dt="2025-07-22T13:58:32.972" v="6862" actId="478"/>
          <ac:picMkLst>
            <pc:docMk/>
            <pc:sldMk cId="1702173902" sldId="290"/>
            <ac:picMk id="15" creationId="{442CB075-333C-C41A-2547-EF6CE099E68E}"/>
          </ac:picMkLst>
        </pc:picChg>
      </pc:sldChg>
      <pc:sldChg chg="addSp modSp new mod">
        <pc:chgData name="Riccardo Caccia" userId="8c4489c01a6c1277" providerId="LiveId" clId="{45F83352-28FF-419B-B43F-0DBB91925988}" dt="2025-07-22T14:17:45.960" v="7047" actId="1076"/>
        <pc:sldMkLst>
          <pc:docMk/>
          <pc:sldMk cId="2833581947" sldId="291"/>
        </pc:sldMkLst>
        <pc:spChg chg="mod">
          <ac:chgData name="Riccardo Caccia" userId="8c4489c01a6c1277" providerId="LiveId" clId="{45F83352-28FF-419B-B43F-0DBB91925988}" dt="2025-07-22T13:50:16.667" v="6860" actId="20577"/>
          <ac:spMkLst>
            <pc:docMk/>
            <pc:sldMk cId="2833581947" sldId="291"/>
            <ac:spMk id="3" creationId="{104118BE-7D61-D66F-74EF-16478E9A7164}"/>
          </ac:spMkLst>
        </pc:spChg>
        <pc:spChg chg="add mod">
          <ac:chgData name="Riccardo Caccia" userId="8c4489c01a6c1277" providerId="LiveId" clId="{45F83352-28FF-419B-B43F-0DBB91925988}" dt="2025-07-22T13:49:56.583" v="6858" actId="20577"/>
          <ac:spMkLst>
            <pc:docMk/>
            <pc:sldMk cId="2833581947" sldId="291"/>
            <ac:spMk id="4" creationId="{54B3522A-9384-1A5B-1DEA-74A608E655B7}"/>
          </ac:spMkLst>
        </pc:spChg>
        <pc:spChg chg="add mod">
          <ac:chgData name="Riccardo Caccia" userId="8c4489c01a6c1277" providerId="LiveId" clId="{45F83352-28FF-419B-B43F-0DBB91925988}" dt="2025-07-22T14:17:45.960" v="7047" actId="1076"/>
          <ac:spMkLst>
            <pc:docMk/>
            <pc:sldMk cId="2833581947" sldId="291"/>
            <ac:spMk id="5" creationId="{107E0768-B10B-E286-D417-1AC8D3871D30}"/>
          </ac:spMkLst>
        </pc:spChg>
        <pc:picChg chg="add mod ord">
          <ac:chgData name="Riccardo Caccia" userId="8c4489c01a6c1277" providerId="LiveId" clId="{45F83352-28FF-419B-B43F-0DBB91925988}" dt="2025-07-22T14:17:12.149" v="7035" actId="1076"/>
          <ac:picMkLst>
            <pc:docMk/>
            <pc:sldMk cId="2833581947" sldId="291"/>
            <ac:picMk id="7" creationId="{AE0DDA98-3E92-9ADF-A6D8-8BB15041C891}"/>
          </ac:picMkLst>
        </pc:picChg>
        <pc:picChg chg="add mod ord">
          <ac:chgData name="Riccardo Caccia" userId="8c4489c01a6c1277" providerId="LiveId" clId="{45F83352-28FF-419B-B43F-0DBB91925988}" dt="2025-07-22T14:17:15.108" v="7036" actId="167"/>
          <ac:picMkLst>
            <pc:docMk/>
            <pc:sldMk cId="2833581947" sldId="291"/>
            <ac:picMk id="9" creationId="{42159AA4-4BDF-C2A6-1B68-CA23AC65186D}"/>
          </ac:picMkLst>
        </pc:picChg>
      </pc:sldChg>
      <pc:sldChg chg="addSp modSp new del mod ord">
        <pc:chgData name="Riccardo Caccia" userId="8c4489c01a6c1277" providerId="LiveId" clId="{45F83352-28FF-419B-B43F-0DBB91925988}" dt="2025-07-22T13:07:58.894" v="6467" actId="47"/>
        <pc:sldMkLst>
          <pc:docMk/>
          <pc:sldMk cId="3128675262" sldId="291"/>
        </pc:sldMkLst>
      </pc:sldChg>
      <pc:sldChg chg="addSp delSp modSp add mod ord">
        <pc:chgData name="Riccardo Caccia" userId="8c4489c01a6c1277" providerId="LiveId" clId="{45F83352-28FF-419B-B43F-0DBB91925988}" dt="2025-07-22T15:20:47.405" v="7125" actId="20577"/>
        <pc:sldMkLst>
          <pc:docMk/>
          <pc:sldMk cId="3389522539" sldId="292"/>
        </pc:sldMkLst>
        <pc:spChg chg="mod">
          <ac:chgData name="Riccardo Caccia" userId="8c4489c01a6c1277" providerId="LiveId" clId="{45F83352-28FF-419B-B43F-0DBB91925988}" dt="2025-07-22T15:20:47.405" v="7125" actId="20577"/>
          <ac:spMkLst>
            <pc:docMk/>
            <pc:sldMk cId="3389522539" sldId="292"/>
            <ac:spMk id="3" creationId="{C0431678-1038-E58C-74EA-211212FBB24D}"/>
          </ac:spMkLst>
        </pc:spChg>
        <pc:spChg chg="mod">
          <ac:chgData name="Riccardo Caccia" userId="8c4489c01a6c1277" providerId="LiveId" clId="{45F83352-28FF-419B-B43F-0DBB91925988}" dt="2025-07-22T14:19:09.531" v="7075" actId="14100"/>
          <ac:spMkLst>
            <pc:docMk/>
            <pc:sldMk cId="3389522539" sldId="292"/>
            <ac:spMk id="4" creationId="{7E649B37-C22A-8657-14DA-50EF6F9A01EC}"/>
          </ac:spMkLst>
        </pc:spChg>
        <pc:picChg chg="del">
          <ac:chgData name="Riccardo Caccia" userId="8c4489c01a6c1277" providerId="LiveId" clId="{45F83352-28FF-419B-B43F-0DBB91925988}" dt="2025-07-22T14:22:29.273" v="7077" actId="478"/>
          <ac:picMkLst>
            <pc:docMk/>
            <pc:sldMk cId="3389522539" sldId="292"/>
            <ac:picMk id="7" creationId="{58760403-40F6-5D86-9933-8B2AAAD6B3FA}"/>
          </ac:picMkLst>
        </pc:picChg>
        <pc:picChg chg="add mod modCrop">
          <ac:chgData name="Riccardo Caccia" userId="8c4489c01a6c1277" providerId="LiveId" clId="{45F83352-28FF-419B-B43F-0DBB91925988}" dt="2025-07-22T14:22:40.246" v="7080" actId="732"/>
          <ac:picMkLst>
            <pc:docMk/>
            <pc:sldMk cId="3389522539" sldId="292"/>
            <ac:picMk id="8" creationId="{D132B0B1-3661-4FB5-89B1-05E30D68E67D}"/>
          </ac:picMkLst>
        </pc:picChg>
        <pc:picChg chg="del">
          <ac:chgData name="Riccardo Caccia" userId="8c4489c01a6c1277" providerId="LiveId" clId="{45F83352-28FF-419B-B43F-0DBB91925988}" dt="2025-07-22T14:22:42.766" v="7081" actId="478"/>
          <ac:picMkLst>
            <pc:docMk/>
            <pc:sldMk cId="3389522539" sldId="292"/>
            <ac:picMk id="9" creationId="{7D9A2E01-745E-4B62-2494-E2B05D635858}"/>
          </ac:picMkLst>
        </pc:picChg>
        <pc:picChg chg="add mod">
          <ac:chgData name="Riccardo Caccia" userId="8c4489c01a6c1277" providerId="LiveId" clId="{45F83352-28FF-419B-B43F-0DBB91925988}" dt="2025-07-22T14:23:13.068" v="7086" actId="1076"/>
          <ac:picMkLst>
            <pc:docMk/>
            <pc:sldMk cId="3389522539" sldId="292"/>
            <ac:picMk id="11" creationId="{588D4857-5109-5379-EBAE-2F6B8C8108D8}"/>
          </ac:picMkLst>
        </pc:picChg>
      </pc:sldChg>
      <pc:sldChg chg="addSp delSp add del mod">
        <pc:chgData name="Riccardo Caccia" userId="8c4489c01a6c1277" providerId="LiveId" clId="{45F83352-28FF-419B-B43F-0DBB91925988}" dt="2025-07-22T15:47:23.282" v="7126" actId="47"/>
        <pc:sldMkLst>
          <pc:docMk/>
          <pc:sldMk cId="797228608" sldId="293"/>
        </pc:sldMkLst>
        <pc:picChg chg="add del">
          <ac:chgData name="Riccardo Caccia" userId="8c4489c01a6c1277" providerId="LiveId" clId="{45F83352-28FF-419B-B43F-0DBB91925988}" dt="2025-07-22T14:51:22.440" v="7104" actId="478"/>
          <ac:picMkLst>
            <pc:docMk/>
            <pc:sldMk cId="797228608" sldId="293"/>
            <ac:picMk id="14" creationId="{1F52D47C-E564-7E58-9630-A09A8DF0EF5B}"/>
          </ac:picMkLst>
        </pc:picChg>
      </pc:sldChg>
      <pc:sldChg chg="addSp modSp new mod">
        <pc:chgData name="Riccardo Caccia" userId="8c4489c01a6c1277" providerId="LiveId" clId="{45F83352-28FF-419B-B43F-0DBB91925988}" dt="2025-07-23T09:05:46.222" v="7250" actId="732"/>
        <pc:sldMkLst>
          <pc:docMk/>
          <pc:sldMk cId="3189119785" sldId="293"/>
        </pc:sldMkLst>
        <pc:spChg chg="mod">
          <ac:chgData name="Riccardo Caccia" userId="8c4489c01a6c1277" providerId="LiveId" clId="{45F83352-28FF-419B-B43F-0DBB91925988}" dt="2025-07-22T16:23:12.691" v="7248" actId="20577"/>
          <ac:spMkLst>
            <pc:docMk/>
            <pc:sldMk cId="3189119785" sldId="293"/>
            <ac:spMk id="3" creationId="{3237CD8F-5DCF-64A2-EAAF-26CBBB03A8BC}"/>
          </ac:spMkLst>
        </pc:spChg>
        <pc:picChg chg="add mod">
          <ac:chgData name="Riccardo Caccia" userId="8c4489c01a6c1277" providerId="LiveId" clId="{45F83352-28FF-419B-B43F-0DBB91925988}" dt="2025-07-22T16:18:50.093" v="7196" actId="1076"/>
          <ac:picMkLst>
            <pc:docMk/>
            <pc:sldMk cId="3189119785" sldId="293"/>
            <ac:picMk id="5" creationId="{3F8DA023-B955-8B99-6D61-A066C82C0182}"/>
          </ac:picMkLst>
        </pc:picChg>
        <pc:picChg chg="add mod">
          <ac:chgData name="Riccardo Caccia" userId="8c4489c01a6c1277" providerId="LiveId" clId="{45F83352-28FF-419B-B43F-0DBB91925988}" dt="2025-07-22T16:20:09.841" v="7207" actId="14826"/>
          <ac:picMkLst>
            <pc:docMk/>
            <pc:sldMk cId="3189119785" sldId="293"/>
            <ac:picMk id="7" creationId="{B192E085-826C-2C23-77CF-AC39B5B02CB7}"/>
          </ac:picMkLst>
        </pc:picChg>
        <pc:picChg chg="add mod modCrop">
          <ac:chgData name="Riccardo Caccia" userId="8c4489c01a6c1277" providerId="LiveId" clId="{45F83352-28FF-419B-B43F-0DBB91925988}" dt="2025-07-23T09:05:46.222" v="7250" actId="732"/>
          <ac:picMkLst>
            <pc:docMk/>
            <pc:sldMk cId="3189119785" sldId="293"/>
            <ac:picMk id="9" creationId="{787CD842-C73C-F93E-B588-71EC6F34C22B}"/>
          </ac:picMkLst>
        </pc:picChg>
        <pc:cxnChg chg="add mod">
          <ac:chgData name="Riccardo Caccia" userId="8c4489c01a6c1277" providerId="LiveId" clId="{45F83352-28FF-419B-B43F-0DBB91925988}" dt="2025-07-22T16:22:41" v="7225" actId="14100"/>
          <ac:cxnSpMkLst>
            <pc:docMk/>
            <pc:sldMk cId="3189119785" sldId="293"/>
            <ac:cxnSpMk id="11" creationId="{EEDE71E5-0B77-BC0E-EE80-4AA5F7ACE08A}"/>
          </ac:cxnSpMkLst>
        </pc:cxnChg>
        <pc:cxnChg chg="add mod">
          <ac:chgData name="Riccardo Caccia" userId="8c4489c01a6c1277" providerId="LiveId" clId="{45F83352-28FF-419B-B43F-0DBB91925988}" dt="2025-07-22T16:22:16.636" v="7220" actId="14100"/>
          <ac:cxnSpMkLst>
            <pc:docMk/>
            <pc:sldMk cId="3189119785" sldId="293"/>
            <ac:cxnSpMk id="13" creationId="{2B90F127-895E-6F7F-FA92-5C4B5B4AEE31}"/>
          </ac:cxnSpMkLst>
        </pc:cxn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6T14:43:59.04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56,'2852'0,"-2831"-2,-1 0,1-1,-1-2,33-10,-32 8,2 1,-1 1,36-3,320 6,-185 4,-13-2,-157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6T14:44:06.49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0,'3395'0'0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6T15:55:03.93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0,'2408'0'0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6T15:54:30.22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100 200 0,'3989'0'0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09:35:26.59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0,'3447'0'0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09:35:48.47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2051 0 0,'-2051'0'0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FC050-9C1D-4A44-B4C3-0E30B77BCAC1}" type="datetimeFigureOut">
              <a:rPr lang="it-IT" smtClean="0"/>
              <a:t>22/07/2025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D5E19-E7CA-45F6-8D44-210B4E61BA9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0400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64" b="42715"/>
          <a:stretch/>
        </p:blipFill>
        <p:spPr>
          <a:xfrm>
            <a:off x="0" y="1485900"/>
            <a:ext cx="12192000" cy="53721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6675"/>
            <a:ext cx="4552632" cy="1348649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838200" y="2441055"/>
            <a:ext cx="10515600" cy="1325563"/>
          </a:xfrm>
        </p:spPr>
        <p:txBody>
          <a:bodyPr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Thesis Title</a:t>
            </a:r>
            <a:endParaRPr lang="it-IT" dirty="0"/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393353" y="5415995"/>
            <a:ext cx="3527854" cy="3198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Supervisor</a:t>
            </a:r>
            <a:endParaRPr lang="it-IT" dirty="0"/>
          </a:p>
        </p:txBody>
      </p:sp>
      <p:sp>
        <p:nvSpPr>
          <p:cNvPr id="17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393353" y="5888254"/>
            <a:ext cx="3527854" cy="3198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Co-Supervisor</a:t>
            </a:r>
            <a:endParaRPr lang="it-IT" dirty="0"/>
          </a:p>
        </p:txBody>
      </p:sp>
      <p:sp>
        <p:nvSpPr>
          <p:cNvPr id="20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8305798" y="5415995"/>
            <a:ext cx="3527854" cy="31985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Candidate</a:t>
            </a:r>
            <a:endParaRPr lang="it-IT" dirty="0"/>
          </a:p>
        </p:txBody>
      </p:sp>
      <p:sp>
        <p:nvSpPr>
          <p:cNvPr id="2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8305798" y="5888254"/>
            <a:ext cx="3527854" cy="31985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Academic Year</a:t>
            </a:r>
            <a:endParaRPr lang="it-IT" dirty="0"/>
          </a:p>
        </p:txBody>
      </p:sp>
      <p:sp>
        <p:nvSpPr>
          <p:cNvPr id="22" name="TextBox 21"/>
          <p:cNvSpPr txBox="1"/>
          <p:nvPr userDrawn="1"/>
        </p:nvSpPr>
        <p:spPr>
          <a:xfrm>
            <a:off x="4251979" y="6285667"/>
            <a:ext cx="3688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aseline="0" dirty="0">
                <a:solidFill>
                  <a:schemeClr val="bg1"/>
                </a:solidFill>
                <a:latin typeface="+mj-lt"/>
              </a:rPr>
              <a:t>School of Industrial and Information Engineering</a:t>
            </a:r>
          </a:p>
          <a:p>
            <a:pPr algn="ctr"/>
            <a:r>
              <a:rPr lang="it-IT" sz="1600" baseline="0" dirty="0">
                <a:solidFill>
                  <a:schemeClr val="bg1"/>
                </a:solidFill>
                <a:latin typeface="+mj-lt"/>
              </a:rPr>
              <a:t>Master of Science – Energy Engineering</a:t>
            </a:r>
          </a:p>
        </p:txBody>
      </p:sp>
    </p:spTree>
    <p:extLst>
      <p:ext uri="{BB962C8B-B14F-4D97-AF65-F5344CB8AC3E}">
        <p14:creationId xmlns:p14="http://schemas.microsoft.com/office/powerpoint/2010/main" val="595274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1" b="2733"/>
          <a:stretch/>
        </p:blipFill>
        <p:spPr>
          <a:xfrm>
            <a:off x="-1" y="6226218"/>
            <a:ext cx="12191999" cy="63178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196" r="782"/>
          <a:stretch/>
        </p:blipFill>
        <p:spPr>
          <a:xfrm>
            <a:off x="0" y="0"/>
            <a:ext cx="12191999" cy="102380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2" y="6267469"/>
            <a:ext cx="3083718" cy="551728"/>
          </a:xfrm>
          <a:prstGeom prst="rect">
            <a:avLst/>
          </a:prstGeom>
        </p:spPr>
      </p:pic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11013988" y="6359546"/>
            <a:ext cx="965887" cy="365125"/>
          </a:xfrm>
        </p:spPr>
        <p:txBody>
          <a:bodyPr/>
          <a:lstStyle>
            <a:lvl1pPr>
              <a:defRPr sz="1600" b="1" i="0" baseline="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fld id="{DCE09022-C08B-4F34-B9F0-43AC160DA04C}" type="slidenum">
              <a:rPr lang="it-IT" smtClean="0"/>
              <a:pPr/>
              <a:t>‹#›</a:t>
            </a:fld>
            <a:r>
              <a:rPr lang="it-IT" dirty="0"/>
              <a:t>/XX</a:t>
            </a:r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105355" y="90617"/>
            <a:ext cx="6971271" cy="543697"/>
          </a:xfrm>
        </p:spPr>
        <p:txBody>
          <a:bodyPr>
            <a:normAutofit/>
          </a:bodyPr>
          <a:lstStyle>
            <a:lvl1pPr>
              <a:defRPr sz="2800" b="1" i="1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47988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50178-FFDF-4188-8352-D71733CC4DC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92584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8.xml"/><Relationship Id="rId3" Type="http://schemas.openxmlformats.org/officeDocument/2006/relationships/slide" Target="slide4.xml"/><Relationship Id="rId7" Type="http://schemas.openxmlformats.org/officeDocument/2006/relationships/slide" Target="slide2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1.xml"/><Relationship Id="rId5" Type="http://schemas.openxmlformats.org/officeDocument/2006/relationships/slide" Target="slide16.xml"/><Relationship Id="rId4" Type="http://schemas.openxmlformats.org/officeDocument/2006/relationships/slide" Target="slide10.xml"/><Relationship Id="rId9" Type="http://schemas.openxmlformats.org/officeDocument/2006/relationships/slide" Target="slide3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5.png"/><Relationship Id="rId7" Type="http://schemas.openxmlformats.org/officeDocument/2006/relationships/customXml" Target="../ink/ink1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40.png"/><Relationship Id="rId4" Type="http://schemas.openxmlformats.org/officeDocument/2006/relationships/image" Target="../media/image36.png"/><Relationship Id="rId9" Type="http://schemas.openxmlformats.org/officeDocument/2006/relationships/customXml" Target="../ink/ink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47.png"/><Relationship Id="rId7" Type="http://schemas.openxmlformats.org/officeDocument/2006/relationships/image" Target="../media/image50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3.jpg"/><Relationship Id="rId4" Type="http://schemas.openxmlformats.org/officeDocument/2006/relationships/image" Target="../media/image47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33.png"/><Relationship Id="rId4" Type="http://schemas.openxmlformats.org/officeDocument/2006/relationships/image" Target="../media/image53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jpe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jp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5" Type="http://schemas.openxmlformats.org/officeDocument/2006/relationships/image" Target="../media/image67.png"/><Relationship Id="rId10" Type="http://schemas.openxmlformats.org/officeDocument/2006/relationships/image" Target="../media/image69.png"/><Relationship Id="rId4" Type="http://schemas.openxmlformats.org/officeDocument/2006/relationships/customXml" Target="../ink/ink5.xml"/><Relationship Id="rId9" Type="http://schemas.openxmlformats.org/officeDocument/2006/relationships/image" Target="../media/image66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.docs.live.net/8c4489c01a6c1277/Desktop/Aerospace%20Control%20Systems/provaZoom.jpg" TargetMode="External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jpg"/><Relationship Id="rId5" Type="http://schemas.openxmlformats.org/officeDocument/2006/relationships/image" Target="../media/image72.jpg"/><Relationship Id="rId4" Type="http://schemas.openxmlformats.org/officeDocument/2006/relationships/image" Target="../media/image71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jpeg"/><Relationship Id="rId4" Type="http://schemas.openxmlformats.org/officeDocument/2006/relationships/image" Target="../media/image8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2.jpeg"/><Relationship Id="rId4" Type="http://schemas.openxmlformats.org/officeDocument/2006/relationships/image" Target="../media/image91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5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8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g"/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jpg"/><Relationship Id="rId2" Type="http://schemas.openxmlformats.org/officeDocument/2006/relationships/image" Target="../media/image10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jpg"/><Relationship Id="rId2" Type="http://schemas.openxmlformats.org/officeDocument/2006/relationships/image" Target="../media/image10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jpg"/><Relationship Id="rId2" Type="http://schemas.openxmlformats.org/officeDocument/2006/relationships/image" Target="../media/image11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4.png"/><Relationship Id="rId4" Type="http://schemas.openxmlformats.org/officeDocument/2006/relationships/image" Target="../media/image113.jp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415227" y="2103437"/>
            <a:ext cx="11353800" cy="1325563"/>
          </a:xfrm>
        </p:spPr>
        <p:txBody>
          <a:bodyPr/>
          <a:lstStyle/>
          <a:p>
            <a:r>
              <a:rPr lang="en-US" dirty="0"/>
              <a:t>Aerospace Control Systems Exam Project</a:t>
            </a:r>
            <a:endParaRPr lang="it-IT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sz="1800" dirty="0"/>
              <a:t>Prof. Marco Lovera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8305798" y="5238926"/>
            <a:ext cx="3527854" cy="319859"/>
          </a:xfrm>
        </p:spPr>
        <p:txBody>
          <a:bodyPr/>
          <a:lstStyle/>
          <a:p>
            <a:r>
              <a:rPr lang="it-IT" dirty="0"/>
              <a:t>Caironi Giacomo 10778766</a:t>
            </a:r>
          </a:p>
          <a:p>
            <a:r>
              <a:rPr lang="it-IT" dirty="0"/>
              <a:t>Caccia Riccardo 10811815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8305798" y="6048183"/>
            <a:ext cx="3527854" cy="319859"/>
          </a:xfrm>
        </p:spPr>
        <p:txBody>
          <a:bodyPr/>
          <a:lstStyle/>
          <a:p>
            <a:r>
              <a:rPr lang="it-IT" dirty="0"/>
              <a:t>A.Y. 2024-2025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D3322878-4A62-734A-B50E-F9FBEED6D8C8}"/>
              </a:ext>
            </a:extLst>
          </p:cNvPr>
          <p:cNvSpPr/>
          <p:nvPr/>
        </p:nvSpPr>
        <p:spPr>
          <a:xfrm>
            <a:off x="4454605" y="6208113"/>
            <a:ext cx="3275045" cy="547250"/>
          </a:xfrm>
          <a:prstGeom prst="rect">
            <a:avLst/>
          </a:prstGeom>
          <a:solidFill>
            <a:srgbClr val="213652"/>
          </a:solidFill>
          <a:ln>
            <a:solidFill>
              <a:srgbClr val="2136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E2A68B-6581-42F1-1325-10E6C63745F1}"/>
              </a:ext>
            </a:extLst>
          </p:cNvPr>
          <p:cNvSpPr txBox="1"/>
          <p:nvPr/>
        </p:nvSpPr>
        <p:spPr>
          <a:xfrm>
            <a:off x="1468808" y="3822333"/>
            <a:ext cx="92466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Robust control of the lateral dynamics of a multirotor UAV</a:t>
            </a:r>
            <a:endParaRPr lang="it-IT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361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2</a:t>
            </a:fld>
            <a:r>
              <a:rPr lang="it-IT"/>
              <a:t>/XX</a:t>
            </a:r>
            <a:endParaRPr lang="it-IT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Introduction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E10D699-B3CE-FE57-4600-5E76A580314E}"/>
              </a:ext>
            </a:extLst>
          </p:cNvPr>
          <p:cNvSpPr txBox="1"/>
          <p:nvPr/>
        </p:nvSpPr>
        <p:spPr>
          <a:xfrm>
            <a:off x="857120" y="1375105"/>
            <a:ext cx="5467739" cy="3830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it-IT" b="1" dirty="0">
                <a:solidFill>
                  <a:schemeClr val="accent5">
                    <a:lumMod val="50000"/>
                  </a:schemeClr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Assignement Overview</a:t>
            </a:r>
            <a:endParaRPr lang="it-IT" b="1" dirty="0">
              <a:solidFill>
                <a:schemeClr val="accent5">
                  <a:lumMod val="5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it-IT" b="1" dirty="0">
                <a:solidFill>
                  <a:schemeClr val="accent5">
                    <a:lumMod val="50000"/>
                  </a:schemeClr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System Model</a:t>
            </a:r>
            <a:endParaRPr lang="it-IT" b="1" dirty="0">
              <a:solidFill>
                <a:schemeClr val="accent5">
                  <a:lumMod val="5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it-IT" b="1" dirty="0">
                <a:solidFill>
                  <a:schemeClr val="accent5">
                    <a:lumMod val="50000"/>
                  </a:schemeClr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Performance Requirements</a:t>
            </a:r>
            <a:endParaRPr lang="it-IT" b="1" dirty="0">
              <a:solidFill>
                <a:schemeClr val="accent5">
                  <a:lumMod val="5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it-IT" b="1" dirty="0">
                <a:solidFill>
                  <a:srgbClr val="213652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Closed-Loop Analysis</a:t>
            </a:r>
            <a:endParaRPr lang="it-IT" b="1" dirty="0">
              <a:solidFill>
                <a:srgbClr val="213652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it-IT" b="1" dirty="0">
                <a:solidFill>
                  <a:srgbClr val="213652"/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Robust Stability</a:t>
            </a:r>
            <a:endParaRPr lang="it-IT" b="1" dirty="0">
              <a:solidFill>
                <a:srgbClr val="213652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it-IT" b="1" dirty="0">
                <a:solidFill>
                  <a:srgbClr val="213652"/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Robust Performance</a:t>
            </a:r>
            <a:endParaRPr lang="it-IT" b="1" dirty="0">
              <a:solidFill>
                <a:srgbClr val="213652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it-IT" b="1" dirty="0">
                <a:solidFill>
                  <a:srgbClr val="213652"/>
                </a:solidFill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Montecarlo Analysis</a:t>
            </a:r>
            <a:endParaRPr lang="it-IT" sz="1600" b="1" dirty="0">
              <a:solidFill>
                <a:srgbClr val="213652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it-IT" b="1" dirty="0">
                <a:solidFill>
                  <a:schemeClr val="accent5">
                    <a:lumMod val="50000"/>
                  </a:schemeClr>
                </a:solidFill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Conclusions</a:t>
            </a:r>
            <a:endParaRPr lang="it-IT" b="1" dirty="0">
              <a:solidFill>
                <a:schemeClr val="accent5">
                  <a:lumMod val="50000"/>
                </a:schemeClr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it-IT" sz="2000" b="1" dirty="0"/>
          </a:p>
        </p:txBody>
      </p:sp>
    </p:spTree>
    <p:extLst>
      <p:ext uri="{BB962C8B-B14F-4D97-AF65-F5344CB8AC3E}">
        <p14:creationId xmlns:p14="http://schemas.microsoft.com/office/powerpoint/2010/main" val="1701501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1CFFD3E2-8B78-46AA-77E8-E7D641343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3</a:t>
            </a:fld>
            <a:r>
              <a:rPr lang="it-IT"/>
              <a:t>/XX</a:t>
            </a:r>
            <a:endParaRPr lang="it-IT" dirty="0"/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297F026F-93EC-EAB1-2520-1A1184A98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Assignement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9E0ACC-EDD0-C1C0-572C-7D45D9747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120" y="3095423"/>
            <a:ext cx="4282811" cy="23700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13BE6F-CB74-7B0C-E0CC-7FC26B16B71B}"/>
              </a:ext>
            </a:extLst>
          </p:cNvPr>
          <p:cNvSpPr txBox="1"/>
          <p:nvPr/>
        </p:nvSpPr>
        <p:spPr>
          <a:xfrm>
            <a:off x="802433" y="1399591"/>
            <a:ext cx="5131836" cy="4065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ANT-X quadrotor is a small quadrotor drone designed for research and education.</a:t>
            </a:r>
          </a:p>
          <a:p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Grey-box models of ANT-X have been identified from flight test data and are available for control law design. 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project task is to design and verify a robust single-axis attitude control system for the ANT-X quadrotor.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256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BE4F4CF4-6A54-9061-1005-427F9195D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506" y="2634442"/>
            <a:ext cx="3406421" cy="115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7B0DA2B9-CDC8-B226-B715-CC28F8115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506" y="4448999"/>
            <a:ext cx="6302782" cy="115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ADAAF585-8FB7-16C8-7F31-97629B3D7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4</a:t>
            </a:fld>
            <a:r>
              <a:rPr lang="it-IT"/>
              <a:t>/XX</a:t>
            </a:r>
            <a:endParaRPr lang="it-IT" dirty="0"/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F8C851B0-F4CE-5E59-A185-D18B577BF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System Model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7302B14-AB3C-A8D3-449E-780EF04D6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506" y="1255214"/>
            <a:ext cx="1567543" cy="802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8D8F2B-3E29-F2EB-FF16-2DE4013413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9014" y="3260176"/>
            <a:ext cx="3657917" cy="23776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08F1875-C353-8752-8B00-13A5B87515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9955" y="4881100"/>
            <a:ext cx="281964" cy="28958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79F1D1A-1BB8-0AD2-73FF-249E75E2D1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7587" y="3288018"/>
            <a:ext cx="228620" cy="28196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B37BE3D-FA0B-9B96-C4D9-11BDBC599F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6627" y="3506266"/>
            <a:ext cx="228620" cy="28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142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166341-0CA9-913E-E770-4E0FC802D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5</a:t>
            </a:fld>
            <a:r>
              <a:rPr lang="it-IT"/>
              <a:t>/XX</a:t>
            </a:r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8A4E7C-738F-6225-61F9-FB45A41AE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System Model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5C89B8-5FE5-64E7-0CFF-796BBA77A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07" y="1107096"/>
            <a:ext cx="3833192" cy="49610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40E6C6-9285-2D2E-CAB4-622767228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4247" y="5285791"/>
            <a:ext cx="3467400" cy="44199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B0D6B54-40FF-9B34-96A8-13DA80619A57}"/>
              </a:ext>
            </a:extLst>
          </p:cNvPr>
          <p:cNvSpPr/>
          <p:nvPr/>
        </p:nvSpPr>
        <p:spPr>
          <a:xfrm>
            <a:off x="7353409" y="4989624"/>
            <a:ext cx="678238" cy="7744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2A1F28F-17BC-E8E7-428C-A4752F437E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4247" y="1676438"/>
            <a:ext cx="3063505" cy="103641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C8FBA5C-1EDE-49A1-3E3C-7F760796D63B}"/>
                  </a:ext>
                </a:extLst>
              </p:cNvPr>
              <p:cNvSpPr txBox="1"/>
              <p:nvPr/>
            </p:nvSpPr>
            <p:spPr>
              <a:xfrm>
                <a:off x="7992150" y="1850303"/>
                <a:ext cx="3833192" cy="31393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Uncertainties are given in terms of standard deviations (provided as percentage of corresponding nominal values)</a:t>
                </a:r>
              </a:p>
              <a:p>
                <a:endParaRPr lang="en-US" dirty="0"/>
              </a:p>
              <a:p>
                <a:r>
                  <a:rPr lang="en-US" dirty="0"/>
                  <a:t>To ensure robustness of stability for model uncertainty associated with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it-IT" dirty="0">
                    <a:ea typeface="Cambria Math" panose="02040503050406030204" pitchFamily="18" charset="0"/>
                  </a:rPr>
                  <a:t> </a:t>
                </a:r>
                <a:r>
                  <a:rPr lang="en-US" dirty="0"/>
                  <a:t>ranges on all parameters, uncertainties are defined using the following percentage with a normal distribution from </a:t>
                </a:r>
                <a:r>
                  <a:rPr lang="en-US" dirty="0">
                    <a:solidFill>
                      <a:srgbClr val="00B0F0"/>
                    </a:solidFill>
                  </a:rPr>
                  <a:t>ureal</a:t>
                </a:r>
                <a:endParaRPr lang="it-IT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C8FBA5C-1EDE-49A1-3E3C-7F760796D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2150" y="1850303"/>
                <a:ext cx="3833192" cy="3139321"/>
              </a:xfrm>
              <a:prstGeom prst="rect">
                <a:avLst/>
              </a:prstGeom>
              <a:blipFill>
                <a:blip r:embed="rId5"/>
                <a:stretch>
                  <a:fillRect l="-1272" t="-1165" b="-213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A4809376-FB92-04DA-4DA2-3B6EC09E4C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4247" y="4014305"/>
            <a:ext cx="2789162" cy="134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86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5EF9FE0D-58B4-7E79-CFE2-02CB016A3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6</a:t>
            </a:fld>
            <a:r>
              <a:rPr lang="it-IT" dirty="0"/>
              <a:t>/XX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9999B55D-D58E-CF36-0386-A085AA570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System Model – Poles and Zeros</a:t>
            </a:r>
          </a:p>
        </p:txBody>
      </p:sp>
      <p:pic>
        <p:nvPicPr>
          <p:cNvPr id="5" name="Picture 4" descr="A graph of a polar axis&#10;&#10;AI-generated content may be incorrect.">
            <a:extLst>
              <a:ext uri="{FF2B5EF4-FFF2-40B4-BE49-F238E27FC236}">
                <a16:creationId xmlns:a16="http://schemas.microsoft.com/office/drawing/2014/main" id="{F7113F37-3F70-8A79-AC1D-043BA56EFF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5926" y="1510824"/>
            <a:ext cx="4573269" cy="3429952"/>
          </a:xfrm>
          <a:prstGeom prst="rect">
            <a:avLst/>
          </a:prstGeom>
        </p:spPr>
      </p:pic>
      <p:pic>
        <p:nvPicPr>
          <p:cNvPr id="7" name="Picture 6" descr="A graph of a polar axis&#10;&#10;AI-generated content may be incorrect.">
            <a:extLst>
              <a:ext uri="{FF2B5EF4-FFF2-40B4-BE49-F238E27FC236}">
                <a16:creationId xmlns:a16="http://schemas.microsoft.com/office/drawing/2014/main" id="{D3BBEBC1-C0AE-442B-E21F-C1448F03FE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807" y="1510824"/>
            <a:ext cx="4573269" cy="34299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55B0A0-00C6-EA14-94BE-026EA87A14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8964" y="4996625"/>
            <a:ext cx="4147967" cy="8556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2DA0C82-1DEF-A771-FA1D-417D1F2254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5249" y="4996625"/>
            <a:ext cx="4030827" cy="1180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851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6CEE0-60E7-58A7-6C11-730939171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69EDF378-F274-483C-9E48-299CAE80E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7</a:t>
            </a:fld>
            <a:r>
              <a:rPr lang="it-IT" dirty="0"/>
              <a:t>/XX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B58E2D89-0E31-31A0-4AF2-55F66C31E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System Model – Bode Plot</a:t>
            </a:r>
          </a:p>
        </p:txBody>
      </p:sp>
      <p:pic>
        <p:nvPicPr>
          <p:cNvPr id="5" name="Picture 4" descr="A diagram of a normal model&#10;&#10;AI-generated content may be incorrect.">
            <a:extLst>
              <a:ext uri="{FF2B5EF4-FFF2-40B4-BE49-F238E27FC236}">
                <a16:creationId xmlns:a16="http://schemas.microsoft.com/office/drawing/2014/main" id="{74CC1DED-7F57-B860-2374-FBCC5EF4BB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9235" y="1449864"/>
            <a:ext cx="5277696" cy="3958272"/>
          </a:xfrm>
          <a:prstGeom prst="rect">
            <a:avLst/>
          </a:prstGeom>
        </p:spPr>
      </p:pic>
      <p:pic>
        <p:nvPicPr>
          <p:cNvPr id="12" name="Picture 11" descr="A diagram of a normal model&#10;&#10;AI-generated content may be incorrect.">
            <a:extLst>
              <a:ext uri="{FF2B5EF4-FFF2-40B4-BE49-F238E27FC236}">
                <a16:creationId xmlns:a16="http://schemas.microsoft.com/office/drawing/2014/main" id="{40056FCD-677D-69AB-7609-16AFDA860A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070" y="1449864"/>
            <a:ext cx="5277696" cy="395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540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83F5E-F5F8-DB55-8069-470FA98F7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B83F8207-2865-1D52-F02C-5462A958A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8</a:t>
            </a:fld>
            <a:r>
              <a:rPr lang="it-IT" dirty="0"/>
              <a:t>/XX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73BDE425-57FA-7E57-BD6F-CB81BBF47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System Model – Step Response</a:t>
            </a:r>
          </a:p>
        </p:txBody>
      </p:sp>
      <p:pic>
        <p:nvPicPr>
          <p:cNvPr id="5" name="Picture 4" descr="A diagram of a step response&#10;&#10;AI-generated content may be incorrect.">
            <a:extLst>
              <a:ext uri="{FF2B5EF4-FFF2-40B4-BE49-F238E27FC236}">
                <a16:creationId xmlns:a16="http://schemas.microsoft.com/office/drawing/2014/main" id="{75D98D4B-134F-6C39-1CDA-DD0C4CF4D2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6329" y="1460024"/>
            <a:ext cx="5250602" cy="3937952"/>
          </a:xfrm>
          <a:prstGeom prst="rect">
            <a:avLst/>
          </a:prstGeom>
        </p:spPr>
      </p:pic>
      <p:pic>
        <p:nvPicPr>
          <p:cNvPr id="7" name="Picture 6" descr="A graph with a line graph&#10;&#10;AI-generated content may be incorrect.">
            <a:extLst>
              <a:ext uri="{FF2B5EF4-FFF2-40B4-BE49-F238E27FC236}">
                <a16:creationId xmlns:a16="http://schemas.microsoft.com/office/drawing/2014/main" id="{8064C68D-36DB-9234-BC6B-C054D8AA91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070" y="1460024"/>
            <a:ext cx="5250602" cy="393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879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86BB78-363A-CD15-F8EA-1AC204604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9</a:t>
            </a:fld>
            <a:r>
              <a:rPr lang="it-IT"/>
              <a:t>/XX</a:t>
            </a:r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52555E-4BB4-BE39-39F6-0D73D22E6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55" y="90617"/>
            <a:ext cx="9587285" cy="543697"/>
          </a:xfrm>
        </p:spPr>
        <p:txBody>
          <a:bodyPr>
            <a:normAutofit/>
          </a:bodyPr>
          <a:lstStyle/>
          <a:p>
            <a:r>
              <a:rPr lang="it-IT" dirty="0"/>
              <a:t>System Model - Closed Loop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41A41E-65E7-7FCE-75F3-57A195E83451}"/>
              </a:ext>
            </a:extLst>
          </p:cNvPr>
          <p:cNvSpPr txBox="1"/>
          <p:nvPr/>
        </p:nvSpPr>
        <p:spPr>
          <a:xfrm>
            <a:off x="105355" y="1082197"/>
            <a:ext cx="11109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controller used for the lateral dynamics of the quadrotor is composed by a P - PID cascade</a:t>
            </a:r>
            <a:endParaRPr lang="it-IT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99F54F-FF4F-889F-E614-DB0F6E840CF8}"/>
              </a:ext>
            </a:extLst>
          </p:cNvPr>
          <p:cNvSpPr txBox="1"/>
          <p:nvPr/>
        </p:nvSpPr>
        <p:spPr>
          <a:xfrm>
            <a:off x="619948" y="3379062"/>
            <a:ext cx="677817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where the outer proportional controller for the roll angle </a:t>
            </a:r>
            <a:r>
              <a:rPr lang="it-IT" sz="2000" i="1" dirty="0"/>
              <a:t>R</a:t>
            </a:r>
            <a:r>
              <a:rPr lang="it-IT" sz="1600" dirty="0"/>
              <a:t>𝜑</a:t>
            </a:r>
            <a:r>
              <a:rPr lang="it-IT" dirty="0"/>
              <a:t>(𝑠) </a:t>
            </a:r>
            <a:r>
              <a:rPr lang="en-US" dirty="0"/>
              <a:t>is:</a:t>
            </a:r>
          </a:p>
          <a:p>
            <a:pPr>
              <a:lnSpc>
                <a:spcPct val="150000"/>
              </a:lnSpc>
            </a:pPr>
            <a:r>
              <a:rPr lang="en-US" dirty="0"/>
              <a:t>	</a:t>
            </a:r>
            <a:r>
              <a:rPr lang="it-IT" i="1" dirty="0"/>
              <a:t>p</a:t>
            </a:r>
            <a:r>
              <a:rPr lang="it-IT" sz="1100" dirty="0"/>
              <a:t>0 </a:t>
            </a:r>
            <a:r>
              <a:rPr lang="it-IT" sz="1600" dirty="0"/>
              <a:t>=</a:t>
            </a:r>
            <a:r>
              <a:rPr lang="it-IT" dirty="0"/>
              <a:t>𝐾</a:t>
            </a:r>
            <a:r>
              <a:rPr lang="it-IT" sz="1400" dirty="0"/>
              <a:t>𝜑</a:t>
            </a:r>
            <a:r>
              <a:rPr lang="it-IT" sz="2000" dirty="0"/>
              <a:t>𝑒</a:t>
            </a:r>
            <a:r>
              <a:rPr lang="it-IT" sz="1400" dirty="0"/>
              <a:t>𝜑</a:t>
            </a:r>
            <a:r>
              <a:rPr lang="it-IT" sz="1600" dirty="0"/>
              <a:t>	with	 </a:t>
            </a:r>
            <a:r>
              <a:rPr lang="it-IT" sz="2000" dirty="0"/>
              <a:t>𝑒</a:t>
            </a:r>
            <a:r>
              <a:rPr lang="it-IT" sz="1400" dirty="0"/>
              <a:t>𝜑</a:t>
            </a:r>
            <a:r>
              <a:rPr lang="it-IT" sz="1600" dirty="0"/>
              <a:t> =</a:t>
            </a:r>
            <a:r>
              <a:rPr lang="it-IT" dirty="0"/>
              <a:t> 𝜑</a:t>
            </a:r>
            <a:r>
              <a:rPr lang="it-IT" sz="1100" dirty="0"/>
              <a:t>0</a:t>
            </a:r>
            <a:r>
              <a:rPr lang="it-IT" sz="1600" dirty="0"/>
              <a:t>− 𝜑</a:t>
            </a:r>
          </a:p>
          <a:p>
            <a:pPr>
              <a:lnSpc>
                <a:spcPct val="150000"/>
              </a:lnSpc>
            </a:pPr>
            <a:r>
              <a:rPr lang="en-US" dirty="0"/>
              <a:t>and the inner PID controller for the roll rate </a:t>
            </a:r>
            <a:r>
              <a:rPr lang="it-IT" sz="2000" dirty="0"/>
              <a:t>𝑅</a:t>
            </a:r>
            <a:r>
              <a:rPr lang="it-IT" sz="1600" dirty="0"/>
              <a:t>𝑝</a:t>
            </a:r>
            <a:r>
              <a:rPr lang="it-IT" dirty="0"/>
              <a:t>(𝑠) </a:t>
            </a:r>
            <a:r>
              <a:rPr lang="en-US" dirty="0"/>
              <a:t>is: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it-IT" dirty="0"/>
              <a:t>	</a:t>
            </a:r>
            <a:r>
              <a:rPr lang="it-IT" sz="1600" dirty="0"/>
              <a:t>with	 𝑇</a:t>
            </a:r>
            <a:r>
              <a:rPr lang="it-IT" sz="1400" dirty="0"/>
              <a:t>𝑝</a:t>
            </a:r>
            <a:r>
              <a:rPr lang="it-IT" sz="1600" dirty="0"/>
              <a:t>=0,02 s		</a:t>
            </a:r>
            <a:r>
              <a:rPr lang="it-IT" dirty="0"/>
              <a:t>𝑒</a:t>
            </a:r>
            <a:r>
              <a:rPr lang="it-IT" sz="1400" dirty="0"/>
              <a:t>𝑝</a:t>
            </a:r>
            <a:r>
              <a:rPr lang="it-IT" sz="1600" dirty="0"/>
              <a:t> = </a:t>
            </a:r>
            <a:r>
              <a:rPr lang="it-IT" sz="1600" i="1" dirty="0"/>
              <a:t>P</a:t>
            </a:r>
            <a:r>
              <a:rPr lang="it-IT" sz="1100" i="1" dirty="0"/>
              <a:t>0</a:t>
            </a:r>
            <a:r>
              <a:rPr lang="it-IT" sz="1600" i="1" dirty="0"/>
              <a:t> − P</a:t>
            </a:r>
            <a:endParaRPr lang="it-IT" i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A93E0C5-764B-E242-E749-8C5687A47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257" y="4954322"/>
            <a:ext cx="3105540" cy="4452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E973DD9-3D49-6513-73C1-837D5AADF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7031" y="1590846"/>
            <a:ext cx="3665538" cy="291109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3F15ABB-1C7B-3C94-2BFF-077666FBB2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7031" y="4203809"/>
            <a:ext cx="3321209" cy="387708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A4649A59-B357-30CE-2EC2-39DE9B0AE753}"/>
              </a:ext>
            </a:extLst>
          </p:cNvPr>
          <p:cNvSpPr/>
          <p:nvPr/>
        </p:nvSpPr>
        <p:spPr>
          <a:xfrm>
            <a:off x="11299786" y="4312348"/>
            <a:ext cx="362783" cy="279169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589AD90-61EF-74CD-75CB-EC83B25978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8927" y="4665876"/>
            <a:ext cx="4153260" cy="118120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AA8236D7-E6C7-B64E-95FC-F37C7C5C6C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8174" y="5834741"/>
            <a:ext cx="5464013" cy="320068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D77F5EF7-33B5-3CC4-3800-47B6E8F1735B}"/>
              </a:ext>
            </a:extLst>
          </p:cNvPr>
          <p:cNvSpPr/>
          <p:nvPr/>
        </p:nvSpPr>
        <p:spPr>
          <a:xfrm>
            <a:off x="7958927" y="5536617"/>
            <a:ext cx="4077053" cy="2954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AF07DC13-7DD8-6694-9598-871988B9A3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8926" y="5527010"/>
            <a:ext cx="4077053" cy="243861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B96D263A-A231-A77F-B173-C8D061140630}"/>
              </a:ext>
            </a:extLst>
          </p:cNvPr>
          <p:cNvSpPr/>
          <p:nvPr/>
        </p:nvSpPr>
        <p:spPr>
          <a:xfrm>
            <a:off x="11662569" y="4905093"/>
            <a:ext cx="449618" cy="5436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" name="Picture 4" descr="A diagram of a block diagram&#10;&#10;AI-generated content may be incorrect.">
            <a:extLst>
              <a:ext uri="{FF2B5EF4-FFF2-40B4-BE49-F238E27FC236}">
                <a16:creationId xmlns:a16="http://schemas.microsoft.com/office/drawing/2014/main" id="{35E1B40C-8A16-B01A-906F-9996D2C244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86" y="1803179"/>
            <a:ext cx="7454096" cy="143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330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69077-2DAB-1288-2B63-F4F7AB16C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EBFA6097-19C5-BD0A-0DCA-ABAC9016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10</a:t>
            </a:fld>
            <a:r>
              <a:rPr lang="it-IT" dirty="0"/>
              <a:t>/XX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624EE67C-3533-C2B2-11A9-0FF46A41A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Performance Requirements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B1190D-AE02-3D52-336E-9049C1FDC403}"/>
              </a:ext>
            </a:extLst>
          </p:cNvPr>
          <p:cNvSpPr txBox="1"/>
          <p:nvPr/>
        </p:nvSpPr>
        <p:spPr>
          <a:xfrm>
            <a:off x="537910" y="1379852"/>
            <a:ext cx="6106160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Nominal performance</a:t>
            </a:r>
            <a:r>
              <a:rPr lang="en-US" sz="2000" dirty="0"/>
              <a:t>: response of 𝜑 to variations in</a:t>
            </a:r>
            <a:r>
              <a:rPr lang="en-US" sz="2400" dirty="0"/>
              <a:t> 𝜑</a:t>
            </a:r>
            <a:r>
              <a:rPr lang="en-US" sz="1400" dirty="0"/>
              <a:t>0</a:t>
            </a:r>
            <a:r>
              <a:rPr lang="en-US" sz="2400" dirty="0"/>
              <a:t> </a:t>
            </a:r>
            <a:r>
              <a:rPr lang="en-US" sz="2000" dirty="0"/>
              <a:t>equivalent to a second order response with         </a:t>
            </a:r>
            <a:r>
              <a:rPr lang="it-IT" sz="2400" dirty="0"/>
              <a:t>𝜔</a:t>
            </a:r>
            <a:r>
              <a:rPr lang="it-IT" sz="1600" dirty="0"/>
              <a:t>𝑛</a:t>
            </a:r>
            <a:r>
              <a:rPr lang="it-IT" sz="2000" dirty="0"/>
              <a:t> ≥ 10</a:t>
            </a:r>
            <a:r>
              <a:rPr lang="en-US" sz="2000" dirty="0"/>
              <a:t> rad/s and </a:t>
            </a:r>
            <a:r>
              <a:rPr lang="it-IT" sz="2400" dirty="0"/>
              <a:t>𝜉</a:t>
            </a:r>
            <a:r>
              <a:rPr lang="it-IT" sz="2000" dirty="0"/>
              <a:t> ≥ 0.9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Control effort limitation</a:t>
            </a:r>
            <a:r>
              <a:rPr lang="en-US" sz="2000" dirty="0"/>
              <a:t>: </a:t>
            </a:r>
            <a:r>
              <a:rPr lang="it-IT" sz="2000" dirty="0"/>
              <a:t>|</a:t>
            </a:r>
            <a:r>
              <a:rPr lang="it-IT" sz="2400" dirty="0"/>
              <a:t>𝛿</a:t>
            </a:r>
            <a:r>
              <a:rPr lang="it-IT" sz="1600" dirty="0"/>
              <a:t>𝑙𝑎𝑡</a:t>
            </a:r>
            <a:r>
              <a:rPr lang="it-IT" sz="2000" dirty="0"/>
              <a:t>| ≤ 0.05 fo </a:t>
            </a:r>
            <a:r>
              <a:rPr lang="en-US" sz="2000" dirty="0"/>
              <a:t>for a given doublet change in 𝜑</a:t>
            </a:r>
            <a:r>
              <a:rPr lang="en-US" sz="1200" dirty="0"/>
              <a:t>0</a:t>
            </a:r>
            <a:r>
              <a:rPr lang="en-US" sz="2000" dirty="0"/>
              <a:t> (with 10*(π/180) rad amplitude)  given by </a:t>
            </a:r>
            <a:r>
              <a:rPr lang="en-US" sz="2000" dirty="0">
                <a:sym typeface="Wingdings" panose="05000000000000000000" pitchFamily="2" charset="2"/>
              </a:rPr>
              <a:t>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Robust stability</a:t>
            </a:r>
            <a:r>
              <a:rPr lang="en-US" sz="2000" dirty="0"/>
              <a:t>: ensure robustness of stability to model uncertainty associated with  ranges on all parameters, treated as deterministic bounds (this will be analyzed separately)</a:t>
            </a:r>
            <a:endParaRPr lang="it-IT" sz="2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9896BFA-6D60-8C05-2471-A6B7F8509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7929" y="2202195"/>
            <a:ext cx="3871663" cy="3013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135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FD096A-4CE2-9CD9-04F8-A0182A38A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11</a:t>
            </a:fld>
            <a:r>
              <a:rPr lang="it-IT"/>
              <a:t>/XX</a:t>
            </a:r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C1A582-018A-50E2-1D72-D2ECBCAB4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55" y="90617"/>
            <a:ext cx="7541013" cy="543697"/>
          </a:xfrm>
        </p:spPr>
        <p:txBody>
          <a:bodyPr>
            <a:normAutofit/>
          </a:bodyPr>
          <a:lstStyle/>
          <a:p>
            <a:r>
              <a:rPr lang="it-IT" dirty="0"/>
              <a:t>Performance Requirements - Nominal Performance   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91BA9F7-640C-CE33-9E83-47B834734811}"/>
                  </a:ext>
                </a:extLst>
              </p:cNvPr>
              <p:cNvSpPr txBox="1"/>
              <p:nvPr/>
            </p:nvSpPr>
            <p:spPr>
              <a:xfrm>
                <a:off x="244929" y="1297155"/>
                <a:ext cx="5851072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Compute the settling time and the percentage of overshoot of our desired approximated second order complementary sensitivity transfer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it-IT" i="1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91BA9F7-640C-CE33-9E83-47B834734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929" y="1297155"/>
                <a:ext cx="5851072" cy="923330"/>
              </a:xfrm>
              <a:prstGeom prst="rect">
                <a:avLst/>
              </a:prstGeom>
              <a:blipFill>
                <a:blip r:embed="rId2"/>
                <a:stretch>
                  <a:fillRect l="-833" t="-3974" b="-993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8B4E37A8-8488-FBA6-8AEC-3D81F205B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6624" y="2307025"/>
            <a:ext cx="2408729" cy="6771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681065-F75F-A5D3-E772-EA754426B0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6648" y="1367771"/>
            <a:ext cx="4548920" cy="20612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0DC7C7E-5FB3-AE77-8FDC-B8D81EB53E2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9666"/>
          <a:stretch>
            <a:fillRect/>
          </a:stretch>
        </p:blipFill>
        <p:spPr>
          <a:xfrm>
            <a:off x="5692444" y="3872995"/>
            <a:ext cx="4253943" cy="16878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EE68AE0-8561-A5E8-1817-DB1FD6AA87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9051" y="3070673"/>
            <a:ext cx="4243875" cy="307213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952D2DD-D4E4-8415-6677-B9BC436FDD81}"/>
                  </a:ext>
                </a:extLst>
              </p14:cNvPr>
              <p14:cNvContentPartPr/>
              <p14:nvPr/>
            </p14:nvContentPartPr>
            <p14:xfrm>
              <a:off x="6247408" y="4495059"/>
              <a:ext cx="1398960" cy="201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952D2DD-D4E4-8415-6677-B9BC436FDD8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11408" y="4423059"/>
                <a:ext cx="147060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52E1823-D305-1545-9E34-DF63766A22D4}"/>
                  </a:ext>
                </a:extLst>
              </p14:cNvPr>
              <p14:cNvContentPartPr/>
              <p14:nvPr/>
            </p14:nvContentPartPr>
            <p14:xfrm>
              <a:off x="6423808" y="4959214"/>
              <a:ext cx="12225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52E1823-D305-1545-9E34-DF63766A22D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87808" y="4887214"/>
                <a:ext cx="1294200" cy="14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3429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07824B5-C741-43D2-D8C0-D5E5F4B1A7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357"/>
          <a:stretch>
            <a:fillRect/>
          </a:stretch>
        </p:blipFill>
        <p:spPr>
          <a:xfrm>
            <a:off x="7338174" y="1220633"/>
            <a:ext cx="4440681" cy="1163115"/>
          </a:xfrm>
          <a:prstGeom prst="rect">
            <a:avLst/>
          </a:prstGeom>
        </p:spPr>
      </p:pic>
      <p:pic>
        <p:nvPicPr>
          <p:cNvPr id="11" name="Picture 10" descr="A diagram with different colored lines&#10;&#10;AI-generated content may be incorrect.">
            <a:extLst>
              <a:ext uri="{FF2B5EF4-FFF2-40B4-BE49-F238E27FC236}">
                <a16:creationId xmlns:a16="http://schemas.microsoft.com/office/drawing/2014/main" id="{62E0B79B-D2F8-F797-0618-531917BE9F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6549" y="2517557"/>
            <a:ext cx="4843932" cy="363294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7A0EE6-298D-B731-3B6F-21137362D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12</a:t>
            </a:fld>
            <a:r>
              <a:rPr lang="it-IT"/>
              <a:t>/XX</a:t>
            </a:r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927966-56F6-2347-7A25-C99E6AAA1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54" y="90618"/>
            <a:ext cx="8429045" cy="537680"/>
          </a:xfrm>
        </p:spPr>
        <p:txBody>
          <a:bodyPr>
            <a:normAutofit/>
          </a:bodyPr>
          <a:lstStyle/>
          <a:p>
            <a:r>
              <a:rPr lang="it-IT" dirty="0"/>
              <a:t>Performance Requirements – Nominal Performance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1E9C7B-EA25-5468-4675-F15287B6C453}"/>
                  </a:ext>
                </a:extLst>
              </p:cNvPr>
              <p:cNvSpPr txBox="1"/>
              <p:nvPr/>
            </p:nvSpPr>
            <p:spPr>
              <a:xfrm>
                <a:off x="301297" y="1162071"/>
                <a:ext cx="539037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Design of the performance weight </a:t>
                </a:r>
                <a:r>
                  <a:rPr lang="en-US" i="1" dirty="0"/>
                  <a:t>W</a:t>
                </a:r>
                <a:r>
                  <a:rPr lang="en-US" sz="1600" i="1" dirty="0"/>
                  <a:t>p</a:t>
                </a:r>
                <a:r>
                  <a:rPr lang="en-US" i="1" dirty="0"/>
                  <a:t>(s) </a:t>
                </a:r>
                <a:r>
                  <a:rPr lang="en-US" dirty="0"/>
                  <a:t>that will be used in the </a:t>
                </a:r>
                <a:r>
                  <a:rPr lang="en-US" i="1" dirty="0"/>
                  <a:t>H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synthesis</a:t>
                </a:r>
                <a:endParaRPr lang="it-IT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1E9C7B-EA25-5468-4675-F15287B6C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97" y="1162071"/>
                <a:ext cx="5390375" cy="646331"/>
              </a:xfrm>
              <a:prstGeom prst="rect">
                <a:avLst/>
              </a:prstGeom>
              <a:blipFill>
                <a:blip r:embed="rId4"/>
                <a:stretch>
                  <a:fillRect l="-904" t="-5660" b="-1415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70" name="Picture 2">
            <a:extLst>
              <a:ext uri="{FF2B5EF4-FFF2-40B4-BE49-F238E27FC236}">
                <a16:creationId xmlns:a16="http://schemas.microsoft.com/office/drawing/2014/main" id="{6BE9F307-C00E-C7F1-B35E-E3A8CBE12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334" y="2094923"/>
            <a:ext cx="1636258" cy="845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5A23584-C20F-58C0-E5BB-1843CCE74C23}"/>
                  </a:ext>
                </a:extLst>
              </p:cNvPr>
              <p:cNvSpPr txBox="1"/>
              <p:nvPr/>
            </p:nvSpPr>
            <p:spPr>
              <a:xfrm>
                <a:off x="301298" y="3230036"/>
                <a:ext cx="5511673" cy="2999667"/>
              </a:xfrm>
              <a:prstGeom prst="rect">
                <a:avLst/>
              </a:prstGeom>
              <a:noFill/>
            </p:spPr>
            <p:txBody>
              <a:bodyPr wrap="square" anchor="b">
                <a:spAutoFit/>
              </a:bodyPr>
              <a:lstStyle/>
              <a:p>
                <a:r>
                  <a:rPr lang="en-US" dirty="0"/>
                  <a:t>the aim is to employ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𝑊𝑝</m:t>
                        </m:r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2000" dirty="0"/>
                  <a:t> </a:t>
                </a:r>
                <a:r>
                  <a:rPr lang="en-US" dirty="0"/>
                  <a:t>it for shaping the sensitivity function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dirty="0"/>
                  <a:t> to meet the specified performance criteria, since H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:r>
                  <a:rPr lang="en-US" dirty="0"/>
                  <a:t>condition is known</a:t>
                </a:r>
              </a:p>
              <a:p>
                <a:endParaRPr lang="it-IT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d>
                                <m:d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𝑊𝑝</m:t>
                              </m:r>
                              <m:d>
                                <m:d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&lt;1</m:t>
                      </m:r>
                    </m:oMath>
                  </m:oMathPara>
                </a14:m>
                <a:endParaRPr lang="it-IT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  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)&lt;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𝑊𝑝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m:rPr>
                          <m:nor/>
                        </m:rPr>
                        <a:rPr lang="it-IT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in</m:t>
                      </m:r>
                      <m:r>
                        <m:rPr>
                          <m:nor/>
                        </m:rPr>
                        <a:rPr lang="it-IT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magnitude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b="0" dirty="0">
                  <a:ea typeface="Cambria Math" panose="02040503050406030204" pitchFamily="18" charset="0"/>
                </a:endParaRPr>
              </a:p>
              <a:p>
                <a:endParaRPr lang="it-IT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5A23584-C20F-58C0-E5BB-1843CCE74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98" y="3230036"/>
                <a:ext cx="5511673" cy="2999667"/>
              </a:xfrm>
              <a:prstGeom prst="rect">
                <a:avLst/>
              </a:prstGeom>
              <a:blipFill>
                <a:blip r:embed="rId6"/>
                <a:stretch>
                  <a:fillRect l="-884" r="-154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75BDD32-9246-6F15-2DD9-D69DCFD85681}"/>
              </a:ext>
            </a:extLst>
          </p:cNvPr>
          <p:cNvSpPr txBox="1"/>
          <p:nvPr/>
        </p:nvSpPr>
        <p:spPr>
          <a:xfrm>
            <a:off x="4362693" y="1942837"/>
            <a:ext cx="272409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Where  </a:t>
            </a:r>
            <a:r>
              <a:rPr lang="en-US" sz="1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is related to the peak, </a:t>
            </a:r>
            <a:r>
              <a:rPr lang="en-US" sz="1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is related to the value at steady state and </a:t>
            </a:r>
            <a:r>
              <a:rPr lang="el-G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ω</a:t>
            </a:r>
            <a:r>
              <a:rPr lang="it-IT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is related to the cross-over frequency and so to the settling time of our response.</a:t>
            </a:r>
            <a:endParaRPr lang="it-IT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909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ABB0F00-CF15-C7CA-7406-BD04ACC16B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912" b="20203"/>
          <a:stretch>
            <a:fillRect/>
          </a:stretch>
        </p:blipFill>
        <p:spPr>
          <a:xfrm>
            <a:off x="6096001" y="2581221"/>
            <a:ext cx="3779520" cy="27648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AAC88D-5EB5-4EE8-BF7E-49E1838225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135"/>
          <a:stretch>
            <a:fillRect/>
          </a:stretch>
        </p:blipFill>
        <p:spPr>
          <a:xfrm>
            <a:off x="9826528" y="3046966"/>
            <a:ext cx="1937253" cy="156592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E42ABF-6954-8444-EF49-506E5A0D3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13</a:t>
            </a:fld>
            <a:r>
              <a:rPr lang="it-IT"/>
              <a:t>/XX</a:t>
            </a:r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000D71F-B63C-3F07-3B94-E68845A70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55" y="90617"/>
            <a:ext cx="9770165" cy="543697"/>
          </a:xfrm>
        </p:spPr>
        <p:txBody>
          <a:bodyPr>
            <a:normAutofit/>
          </a:bodyPr>
          <a:lstStyle/>
          <a:p>
            <a:r>
              <a:rPr lang="it-IT" dirty="0"/>
              <a:t>Performance Requirements – Nominal Performance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D5D2256-B6FD-C402-A620-AD5AC5313F28}"/>
                  </a:ext>
                </a:extLst>
              </p:cNvPr>
              <p:cNvSpPr txBox="1"/>
              <p:nvPr/>
            </p:nvSpPr>
            <p:spPr>
              <a:xfrm>
                <a:off x="409466" y="1455062"/>
                <a:ext cx="4692472" cy="39478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But remembering the fundamental identity</a:t>
                </a:r>
                <a:endParaRPr lang="it-IT" sz="16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6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1600" b="0" i="0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it-IT" sz="16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it-IT" sz="16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6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it-IT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it-IT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it-IT" sz="1600" b="0" i="1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it-IT" sz="16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it-IT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16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it-IT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it-IT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1600" dirty="0"/>
              </a:p>
              <a:p>
                <a:endParaRPr lang="it-IT" sz="1600" dirty="0"/>
              </a:p>
              <a:p>
                <a:r>
                  <a:rPr lang="it-IT" sz="1600" dirty="0"/>
                  <a:t>If as we said             </a:t>
                </a:r>
                <a14:m>
                  <m:oMath xmlns:m="http://schemas.openxmlformats.org/officeDocument/2006/math">
                    <m:r>
                      <a:rPr lang="it-IT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it-IT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it-IT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it-IT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it-IT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𝑊𝑝</m:t>
                        </m:r>
                        <m:r>
                          <a:rPr lang="it-IT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it-IT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it-IT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it-IT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it-IT" sz="1600" dirty="0"/>
              </a:p>
              <a:p>
                <a:endParaRPr lang="it-IT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6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it-IT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it-IT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it-IT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it-IT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it-IT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𝑊𝑝</m:t>
                          </m:r>
                          <m:r>
                            <a:rPr lang="it-IT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it-IT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it-IT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it-IT" sz="1600" dirty="0"/>
              </a:p>
              <a:p>
                <a:endParaRPr lang="it-IT" sz="1600" dirty="0"/>
              </a:p>
              <a:p>
                <a:r>
                  <a:rPr lang="en-US" sz="1600" dirty="0"/>
                  <a:t>in other words, the actual complementary sensitivity function </a:t>
                </a:r>
                <a14:m>
                  <m:oMath xmlns:m="http://schemas.openxmlformats.org/officeDocument/2006/math">
                    <m:r>
                      <a:rPr lang="it-IT" sz="160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it-IT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6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sz="1600" dirty="0"/>
                  <a:t> should at least match or exceed the behavior of the target function</a:t>
                </a:r>
              </a:p>
              <a:p>
                <a:endParaRPr lang="en-US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600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it-IT" sz="1600" b="0" i="1" smtClean="0">
                          <a:latin typeface="Cambria Math" panose="02040503050406030204" pitchFamily="18" charset="0"/>
                        </a:rPr>
                        <m:t>𝑡𝑎𝑟𝑔𝑒𝑡</m:t>
                      </m:r>
                      <m:d>
                        <m:dPr>
                          <m:ctrlPr>
                            <a:rPr lang="it-IT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it-IT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it-IT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it-IT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𝑊𝑝</m:t>
                          </m:r>
                          <m:r>
                            <a:rPr lang="it-IT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it-IT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it-IT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it-IT" sz="16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D5D2256-B6FD-C402-A620-AD5AC5313F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466" y="1455062"/>
                <a:ext cx="4692472" cy="3947876"/>
              </a:xfrm>
              <a:prstGeom prst="rect">
                <a:avLst/>
              </a:prstGeom>
              <a:blipFill>
                <a:blip r:embed="rId4"/>
                <a:stretch>
                  <a:fillRect l="-649" t="-46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749309FB-C643-D6E7-2ECB-5C3865EA62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454451"/>
            <a:ext cx="4212469" cy="98380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F4A040F6-5755-E137-F868-F39C2F0A5DC1}"/>
                  </a:ext>
                </a:extLst>
              </p14:cNvPr>
              <p14:cNvContentPartPr/>
              <p14:nvPr/>
            </p14:nvContentPartPr>
            <p14:xfrm>
              <a:off x="10385973" y="4077834"/>
              <a:ext cx="867355" cy="7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4A040F6-5755-E137-F868-F39C2F0A5DC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349968" y="3933834"/>
                <a:ext cx="939004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B76E7F7-2949-4459-DC8E-F28D3A68A40C}"/>
                  </a:ext>
                </a:extLst>
              </p14:cNvPr>
              <p14:cNvContentPartPr/>
              <p14:nvPr/>
            </p14:nvContentPartPr>
            <p14:xfrm>
              <a:off x="10200378" y="3607060"/>
              <a:ext cx="1436720" cy="1587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B76E7F7-2949-4459-DC8E-F28D3A68A40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164370" y="3289660"/>
                <a:ext cx="1508376" cy="63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11049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15C24A-4D2C-C40D-3FC3-6D0960D38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14</a:t>
            </a:fld>
            <a:r>
              <a:rPr lang="it-IT"/>
              <a:t>/XX</a:t>
            </a:r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F23866-4609-222C-4521-047500D17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Performance Requirements – Control Effort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238E608-D1DC-D3F8-3B04-40AF9C7B769C}"/>
                  </a:ext>
                </a:extLst>
              </p:cNvPr>
              <p:cNvSpPr txBox="1"/>
              <p:nvPr/>
            </p:nvSpPr>
            <p:spPr>
              <a:xfrm>
                <a:off x="261937" y="1233011"/>
                <a:ext cx="5588357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the weight on control sensitivity has the important function to keep the control action moderated; indeed, in practice control action is provided by actuators, which have limited control authority both in range and rate; also, the actuator bandwidth is limited.</a:t>
                </a:r>
              </a:p>
              <a:p>
                <a:endParaRPr lang="en-US" dirty="0"/>
              </a:p>
              <a:p>
                <a:r>
                  <a:rPr lang="en-US" dirty="0"/>
                  <a:t>as did before, the performance weight must be designed and then will be used in the </a:t>
                </a:r>
                <a:r>
                  <a:rPr lang="en-US" i="1" dirty="0"/>
                  <a:t>H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synthesis.</a:t>
                </a:r>
                <a:endParaRPr lang="it-IT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238E608-D1DC-D3F8-3B04-40AF9C7B7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937" y="1233011"/>
                <a:ext cx="5588357" cy="2308324"/>
              </a:xfrm>
              <a:prstGeom prst="rect">
                <a:avLst/>
              </a:prstGeom>
              <a:blipFill>
                <a:blip r:embed="rId2"/>
                <a:stretch>
                  <a:fillRect l="-981" t="-1319" r="-763" b="-316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8D342F0E-1CBA-C0AF-DD07-2B843B013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679" y="3676261"/>
            <a:ext cx="2904819" cy="7572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4DBFB10-2180-F307-2BBA-EAE34FB7BDB8}"/>
                  </a:ext>
                </a:extLst>
              </p:cNvPr>
              <p:cNvSpPr txBox="1"/>
              <p:nvPr/>
            </p:nvSpPr>
            <p:spPr>
              <a:xfrm>
                <a:off x="658196" y="4701659"/>
                <a:ext cx="4795837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where 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it-IT" sz="1400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ea typeface="Cambria Math" panose="02040503050406030204" pitchFamily="18" charset="0"/>
                  </a:rPr>
                  <a:t>act </a:t>
                </a:r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is related to the frequency of the actuators, while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 represent the high frequency gain of the weight </a:t>
                </a:r>
                <a14:m>
                  <m:oMath xmlns:m="http://schemas.openxmlformats.org/officeDocument/2006/math">
                    <m:r>
                      <a:rPr lang="it-IT" sz="1600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𝑊𝑞</m:t>
                    </m:r>
                    <m:r>
                      <a:rPr lang="it-IT" sz="1600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1600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it-IT" sz="1600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endPara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4DBFB10-2180-F307-2BBA-EAE34FB7BD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196" y="4701659"/>
                <a:ext cx="4795837" cy="923330"/>
              </a:xfrm>
              <a:prstGeom prst="rect">
                <a:avLst/>
              </a:prstGeom>
              <a:blipFill>
                <a:blip r:embed="rId4"/>
                <a:stretch>
                  <a:fillRect l="-1144" t="-3289" b="-921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diagram with a line&#10;&#10;AI-generated content may be incorrect.">
            <a:extLst>
              <a:ext uri="{FF2B5EF4-FFF2-40B4-BE49-F238E27FC236}">
                <a16:creationId xmlns:a16="http://schemas.microsoft.com/office/drawing/2014/main" id="{D2DBE2D7-6195-A093-A19C-A9B2B4CA32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365" y="2450289"/>
            <a:ext cx="4930216" cy="36976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A73523-8C0B-B391-EBA0-FE85C7BA07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1239" y="1172729"/>
            <a:ext cx="4008467" cy="134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4107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72BDD7-1C8B-F79A-ED3F-D88A410AB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15</a:t>
            </a:fld>
            <a:r>
              <a:rPr lang="it-IT"/>
              <a:t>/XX</a:t>
            </a:r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8E66FD-8643-52BE-4707-6D3FE6CD3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Performance Requirements – Control Effort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7D0070D-51E5-36A3-7C64-319883450871}"/>
                  </a:ext>
                </a:extLst>
              </p:cNvPr>
              <p:cNvSpPr txBox="1"/>
              <p:nvPr/>
            </p:nvSpPr>
            <p:spPr>
              <a:xfrm>
                <a:off x="336662" y="1249960"/>
                <a:ext cx="553536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For a doublet input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1200" dirty="0"/>
                  <a:t>0</a:t>
                </a:r>
                <a:r>
                  <a:rPr lang="en-US" dirty="0"/>
                  <a:t>, we have a large control effort at the beginning of the transient of the input given at 3 s, so the peak can be computed with the initial value theorem using a step input of two times the doublet amplitude</a:t>
                </a:r>
                <a:endParaRPr lang="it-IT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7D0070D-51E5-36A3-7C64-319883450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662" y="1249960"/>
                <a:ext cx="5535360" cy="1200329"/>
              </a:xfrm>
              <a:prstGeom prst="rect">
                <a:avLst/>
              </a:prstGeom>
              <a:blipFill>
                <a:blip r:embed="rId2"/>
                <a:stretch>
                  <a:fillRect l="-881" t="-2538" r="-1652" b="-710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7D6A4937-3D65-4E3B-E72E-21723DDC1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339" y="2517341"/>
            <a:ext cx="3812004" cy="571801"/>
          </a:xfrm>
          <a:prstGeom prst="rect">
            <a:avLst/>
          </a:prstGeom>
        </p:spPr>
      </p:pic>
      <p:pic>
        <p:nvPicPr>
          <p:cNvPr id="9" name="Picture 8" descr="A diagram with a line&#10;&#10;AI-generated content may be incorrect.">
            <a:extLst>
              <a:ext uri="{FF2B5EF4-FFF2-40B4-BE49-F238E27FC236}">
                <a16:creationId xmlns:a16="http://schemas.microsoft.com/office/drawing/2014/main" id="{CE0EDD0A-E287-2CB6-590F-52748A7214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365" y="2450289"/>
            <a:ext cx="4930216" cy="36976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10C7FF-6EBF-EBFF-1C03-A5F43436AC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4769" y="3282480"/>
            <a:ext cx="3239145" cy="25212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9C6B06F-CF2F-AED0-1E9A-C90355D2E6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1239" y="1168484"/>
            <a:ext cx="4008467" cy="134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677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9F68CCB5-12B1-1EBA-9FB0-62926CBC3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7118" y="4804373"/>
            <a:ext cx="4061812" cy="7849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07A61-544C-0FA1-7EF3-757043D87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16</a:t>
            </a:fld>
            <a:r>
              <a:rPr lang="it-IT"/>
              <a:t>/XX</a:t>
            </a:r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9796E8C-AD0F-BB59-D997-22A375799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Closed-Loop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56AC161-006F-91E7-AD89-732237E34D74}"/>
                  </a:ext>
                </a:extLst>
              </p:cNvPr>
              <p:cNvSpPr txBox="1"/>
              <p:nvPr/>
            </p:nvSpPr>
            <p:spPr>
              <a:xfrm>
                <a:off x="219068" y="1165244"/>
                <a:ext cx="1197293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Now it’s possible to create a full closed loop and tune the controllers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dirty="0"/>
                  <a:t> sintesys.</a:t>
                </a:r>
              </a:p>
              <a:p>
                <a:r>
                  <a:rPr lang="en-US" dirty="0"/>
                  <a:t>Through </a:t>
                </a:r>
                <a:r>
                  <a:rPr lang="en-US" dirty="0" err="1">
                    <a:solidFill>
                      <a:srgbClr val="00B0F0"/>
                    </a:solidFill>
                  </a:rPr>
                  <a:t>hinfstruct</a:t>
                </a:r>
                <a:r>
                  <a:rPr lang="en-US" dirty="0"/>
                  <a:t> function we can tune the free parameters of the closed loop model to minimize its norm.</a:t>
                </a:r>
                <a:endParaRPr lang="it-IT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56AC161-006F-91E7-AD89-732237E34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068" y="1165244"/>
                <a:ext cx="11972932" cy="646331"/>
              </a:xfrm>
              <a:prstGeom prst="rect">
                <a:avLst/>
              </a:prstGeom>
              <a:blipFill>
                <a:blip r:embed="rId3"/>
                <a:stretch>
                  <a:fillRect l="-458" t="-4717" b="-1415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0F4FF26C-635C-2CE3-D649-717AD1D1BA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0981" y="2266107"/>
            <a:ext cx="5325664" cy="333996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64513D7-D404-59DB-EDB7-5DBF1FE01F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561" y="4693873"/>
            <a:ext cx="4320914" cy="1005927"/>
          </a:xfrm>
          <a:prstGeom prst="rect">
            <a:avLst/>
          </a:prstGeom>
        </p:spPr>
      </p:pic>
      <p:pic>
        <p:nvPicPr>
          <p:cNvPr id="5" name="Picture 4" descr="A diagram of a block diagram&#10;&#10;AI-generated content may be incorrect.">
            <a:extLst>
              <a:ext uri="{FF2B5EF4-FFF2-40B4-BE49-F238E27FC236}">
                <a16:creationId xmlns:a16="http://schemas.microsoft.com/office/drawing/2014/main" id="{DB18ECEF-1C34-1B65-4259-B2336C7BDE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68" y="2260756"/>
            <a:ext cx="6265708" cy="1823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799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6F806-8F1D-F5A0-5ECF-1DAD8E9DD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57127C7-2CF8-4907-7C32-7B66ACE0D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3939" y="3603515"/>
            <a:ext cx="2152215" cy="147964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2F5C5A-1ECF-0819-60AE-B2C144593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17</a:t>
            </a:fld>
            <a:r>
              <a:rPr lang="it-IT"/>
              <a:t>/XX</a:t>
            </a:r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03D3982-83E4-56F4-161C-9872579EC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55" y="90617"/>
            <a:ext cx="7794126" cy="543697"/>
          </a:xfrm>
        </p:spPr>
        <p:txBody>
          <a:bodyPr>
            <a:normAutofit/>
          </a:bodyPr>
          <a:lstStyle/>
          <a:p>
            <a:r>
              <a:rPr lang="it-IT" dirty="0"/>
              <a:t>Closed-Loop Analysis – Nominal Time Response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D541C4-B85C-D8D6-A2DF-12F19ADF9C4D}"/>
              </a:ext>
            </a:extLst>
          </p:cNvPr>
          <p:cNvSpPr txBox="1"/>
          <p:nvPr/>
        </p:nvSpPr>
        <p:spPr>
          <a:xfrm>
            <a:off x="1010188" y="1337769"/>
            <a:ext cx="3784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Retrive the different functions       </a:t>
            </a:r>
            <a:r>
              <a:rPr lang="it-IT" dirty="0">
                <a:sym typeface="Wingdings" panose="05000000000000000000" pitchFamily="2" charset="2"/>
              </a:rPr>
              <a:t></a:t>
            </a:r>
            <a:endParaRPr lang="it-IT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F3525E-C054-6363-135A-962D6F1C4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490" y="1057551"/>
            <a:ext cx="4619627" cy="10129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F84717-51DC-4D09-9D2D-531632739440}"/>
              </a:ext>
            </a:extLst>
          </p:cNvPr>
          <p:cNvSpPr txBox="1"/>
          <p:nvPr/>
        </p:nvSpPr>
        <p:spPr>
          <a:xfrm>
            <a:off x="371474" y="2131058"/>
            <a:ext cx="4619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Plot the step response and compare it to the desired one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44DB2B0-328B-4A6A-2F35-C02B829583CC}"/>
                  </a:ext>
                </a:extLst>
              </p14:cNvPr>
              <p14:cNvContentPartPr/>
              <p14:nvPr/>
            </p14:nvContentPartPr>
            <p14:xfrm>
              <a:off x="4591137" y="4130512"/>
              <a:ext cx="1241280" cy="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44DB2B0-328B-4A6A-2F35-C02B829583C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55137" y="3986512"/>
                <a:ext cx="131292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3E6829C-2DC7-EC69-EC52-43F143A20D39}"/>
                  </a:ext>
                </a:extLst>
              </p14:cNvPr>
              <p14:cNvContentPartPr/>
              <p14:nvPr/>
            </p14:nvContentPartPr>
            <p14:xfrm>
              <a:off x="4794580" y="4579447"/>
              <a:ext cx="738720" cy="7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3E6829C-2DC7-EC69-EC52-43F143A20D3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58580" y="4435447"/>
                <a:ext cx="81036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9E348194-C7F1-421E-05F2-E3A365ED9D66}"/>
              </a:ext>
            </a:extLst>
          </p:cNvPr>
          <p:cNvSpPr txBox="1"/>
          <p:nvPr/>
        </p:nvSpPr>
        <p:spPr>
          <a:xfrm>
            <a:off x="6579960" y="2207141"/>
            <a:ext cx="6106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Verify</a:t>
            </a:r>
            <a:r>
              <a:rPr lang="it-IT" dirty="0"/>
              <a:t> control effort limitation</a:t>
            </a:r>
          </a:p>
        </p:txBody>
      </p:sp>
      <p:pic>
        <p:nvPicPr>
          <p:cNvPr id="13" name="Picture 12" descr="A graph of a step response&#10;&#10;AI-generated content may be incorrect.">
            <a:extLst>
              <a:ext uri="{FF2B5EF4-FFF2-40B4-BE49-F238E27FC236}">
                <a16:creationId xmlns:a16="http://schemas.microsoft.com/office/drawing/2014/main" id="{FAB39E7F-893F-722C-B6A1-5F66152E7FF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26"/>
          <a:stretch>
            <a:fillRect/>
          </a:stretch>
        </p:blipFill>
        <p:spPr>
          <a:xfrm>
            <a:off x="371473" y="2819809"/>
            <a:ext cx="3802467" cy="2999612"/>
          </a:xfrm>
          <a:prstGeom prst="rect">
            <a:avLst/>
          </a:prstGeom>
        </p:spPr>
      </p:pic>
      <p:pic>
        <p:nvPicPr>
          <p:cNvPr id="19" name="Picture 18" descr="A graph showing a graph of a graph&#10;&#10;AI-generated content may be incorrect.">
            <a:extLst>
              <a:ext uri="{FF2B5EF4-FFF2-40B4-BE49-F238E27FC236}">
                <a16:creationId xmlns:a16="http://schemas.microsoft.com/office/drawing/2014/main" id="{45657C92-24A9-BA13-040C-C04FC326D2E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057" y="2781722"/>
            <a:ext cx="3999483" cy="299961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BAFB165-21A3-898B-0390-2F2BD858359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86215" y="4130512"/>
            <a:ext cx="1655545" cy="271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85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CD0320-2CD6-5693-2268-8D4480DA8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18</a:t>
            </a:fld>
            <a:r>
              <a:rPr lang="it-IT"/>
              <a:t>/XX</a:t>
            </a:r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6B6F1A-4248-8D8F-8B94-946922841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Closed-Loop Analysis – Nominal Performance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20A95C-4F98-1E87-448F-595D330F0C41}"/>
                  </a:ext>
                </a:extLst>
              </p:cNvPr>
              <p:cNvSpPr txBox="1"/>
              <p:nvPr/>
            </p:nvSpPr>
            <p:spPr>
              <a:xfrm>
                <a:off x="662474" y="1212361"/>
                <a:ext cx="10422293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it-IT" dirty="0" err="1"/>
                  <a:t>Sensitivity</a:t>
                </a:r>
                <a:r>
                  <a:rPr lang="it-IT" dirty="0"/>
                  <a:t> function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and the performance weight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can be plotted to verify nominal performance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20A95C-4F98-1E87-448F-595D330F0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74" y="1212361"/>
                <a:ext cx="10422293" cy="390748"/>
              </a:xfrm>
              <a:prstGeom prst="rect">
                <a:avLst/>
              </a:prstGeom>
              <a:blipFill>
                <a:blip r:embed="rId2"/>
                <a:stretch>
                  <a:fillRect l="-527" t="-7813" b="-2031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diagram of a bode diagram&#10;&#10;AI-generated content may be incorrect.">
            <a:hlinkClick r:id="rId3"/>
            <a:extLst>
              <a:ext uri="{FF2B5EF4-FFF2-40B4-BE49-F238E27FC236}">
                <a16:creationId xmlns:a16="http://schemas.microsoft.com/office/drawing/2014/main" id="{3BEAAAE5-9426-E7B6-9638-5773FE9F00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37" r="7121"/>
          <a:stretch>
            <a:fillRect/>
          </a:stretch>
        </p:blipFill>
        <p:spPr>
          <a:xfrm>
            <a:off x="105355" y="1917958"/>
            <a:ext cx="3916138" cy="3401686"/>
          </a:xfrm>
          <a:prstGeom prst="rect">
            <a:avLst/>
          </a:prstGeom>
        </p:spPr>
      </p:pic>
      <p:pic>
        <p:nvPicPr>
          <p:cNvPr id="10" name="Picture 9" descr="A diagram of a function&#10;&#10;AI-generated content may be incorrect.">
            <a:extLst>
              <a:ext uri="{FF2B5EF4-FFF2-40B4-BE49-F238E27FC236}">
                <a16:creationId xmlns:a16="http://schemas.microsoft.com/office/drawing/2014/main" id="{75455665-7047-5006-DE8D-A1B8A7EA22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8" r="7525"/>
          <a:stretch>
            <a:fillRect/>
          </a:stretch>
        </p:blipFill>
        <p:spPr>
          <a:xfrm>
            <a:off x="4127851" y="1917955"/>
            <a:ext cx="3936297" cy="3401687"/>
          </a:xfrm>
          <a:prstGeom prst="rect">
            <a:avLst/>
          </a:prstGeom>
        </p:spPr>
      </p:pic>
      <p:pic>
        <p:nvPicPr>
          <p:cNvPr id="8" name="Picture 7" descr="A diagram of a bode diagram&#10;&#10;AI-generated content may be incorrect.">
            <a:extLst>
              <a:ext uri="{FF2B5EF4-FFF2-40B4-BE49-F238E27FC236}">
                <a16:creationId xmlns:a16="http://schemas.microsoft.com/office/drawing/2014/main" id="{C3A24123-6D4A-E7A6-2C92-A7A8C9894F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2" r="9031"/>
          <a:stretch>
            <a:fillRect/>
          </a:stretch>
        </p:blipFill>
        <p:spPr>
          <a:xfrm>
            <a:off x="8170506" y="1917955"/>
            <a:ext cx="3894085" cy="3401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0520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0E28CB-D1AB-986D-8786-F993F342C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19</a:t>
            </a:fld>
            <a:r>
              <a:rPr lang="it-IT"/>
              <a:t>/XX</a:t>
            </a:r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76EC97-6B07-2080-D9F6-1F6AEDAD4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Closed-Loop Analysis – Control Effort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D3334E-C3CF-D5F0-1084-9EF5FB7F8A02}"/>
                  </a:ext>
                </a:extLst>
              </p:cNvPr>
              <p:cNvSpPr txBox="1"/>
              <p:nvPr/>
            </p:nvSpPr>
            <p:spPr>
              <a:xfrm>
                <a:off x="512301" y="1384884"/>
                <a:ext cx="63203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Same can be done for the control sensitivity function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D3334E-C3CF-D5F0-1084-9EF5FB7F8A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301" y="1384884"/>
                <a:ext cx="6320362" cy="369332"/>
              </a:xfrm>
              <a:prstGeom prst="rect">
                <a:avLst/>
              </a:prstGeom>
              <a:blipFill>
                <a:blip r:embed="rId2"/>
                <a:stretch>
                  <a:fillRect l="-771" t="-8197" b="-2459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diagram of a function&#10;&#10;AI-generated content may be incorrect.">
            <a:extLst>
              <a:ext uri="{FF2B5EF4-FFF2-40B4-BE49-F238E27FC236}">
                <a16:creationId xmlns:a16="http://schemas.microsoft.com/office/drawing/2014/main" id="{399E7EAE-A78E-3849-83FF-DB4E5B71A2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720" y="2023970"/>
            <a:ext cx="4816280" cy="3612210"/>
          </a:xfrm>
          <a:prstGeom prst="rect">
            <a:avLst/>
          </a:prstGeom>
        </p:spPr>
      </p:pic>
      <p:pic>
        <p:nvPicPr>
          <p:cNvPr id="8" name="Picture 7" descr="A diagram with a line graph&#10;&#10;AI-generated content may be incorrect.">
            <a:extLst>
              <a:ext uri="{FF2B5EF4-FFF2-40B4-BE49-F238E27FC236}">
                <a16:creationId xmlns:a16="http://schemas.microsoft.com/office/drawing/2014/main" id="{24178C8B-8B36-F60B-7B23-B64BB51F93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23970"/>
            <a:ext cx="4816280" cy="3612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580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B3B48-BAE5-DB8D-CE0E-81ABA7BF1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F367C9-1179-09B7-6FD1-4FB6575F1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20</a:t>
            </a:fld>
            <a:r>
              <a:rPr lang="it-IT"/>
              <a:t>/XX</a:t>
            </a:r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2615405-E7A0-7D12-1900-D27C6E200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Closed-Loop Analysis – Stability Margins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2E9ECAC-0D26-2536-DE94-DE6BF2CD0261}"/>
                  </a:ext>
                </a:extLst>
              </p:cNvPr>
              <p:cNvSpPr txBox="1"/>
              <p:nvPr/>
            </p:nvSpPr>
            <p:spPr>
              <a:xfrm>
                <a:off x="6673532" y="2035267"/>
                <a:ext cx="5176346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Margins of Loop transfer function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b="0" dirty="0"/>
                  <a:t>are shown</a:t>
                </a:r>
              </a:p>
              <a:p>
                <a:endParaRPr lang="it-IT" dirty="0"/>
              </a:p>
              <a:p>
                <a:endParaRPr lang="it-IT" dirty="0"/>
              </a:p>
              <a:p>
                <a:endParaRPr lang="it-IT" dirty="0"/>
              </a:p>
              <a:p>
                <a:endParaRPr lang="it-IT" dirty="0"/>
              </a:p>
              <a:p>
                <a:r>
                  <a:rPr lang="it-IT" dirty="0"/>
                  <a:t>This margins are very good for both the gain and the phase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2E9ECAC-0D26-2536-DE94-DE6BF2CD0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3532" y="2035267"/>
                <a:ext cx="5176346" cy="2031325"/>
              </a:xfrm>
              <a:prstGeom prst="rect">
                <a:avLst/>
              </a:prstGeom>
              <a:blipFill>
                <a:blip r:embed="rId2"/>
                <a:stretch>
                  <a:fillRect l="-1060" t="-1802" b="-390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diagram of a rad diagram&#10;&#10;AI-generated content may be incorrect.">
            <a:extLst>
              <a:ext uri="{FF2B5EF4-FFF2-40B4-BE49-F238E27FC236}">
                <a16:creationId xmlns:a16="http://schemas.microsoft.com/office/drawing/2014/main" id="{1F955851-3AF1-5C5D-88E0-DF5F459F44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07" y="1326142"/>
            <a:ext cx="5907793" cy="443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1256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4A9A27-805A-31C2-AD20-5B94A5D1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21</a:t>
            </a:fld>
            <a:r>
              <a:rPr lang="it-IT"/>
              <a:t>/XX</a:t>
            </a:r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2C2D67-6569-6EE4-2CDE-BD3A3A940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Robust Stability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1F543E-AC35-BF46-7CFA-C679C157C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16" y="1246996"/>
            <a:ext cx="6325148" cy="30254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C48846-E885-5568-2B77-DA3EEFBA9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16" y="4497931"/>
            <a:ext cx="4511431" cy="746825"/>
          </a:xfrm>
          <a:prstGeom prst="rect">
            <a:avLst/>
          </a:prstGeom>
        </p:spPr>
      </p:pic>
      <p:pic>
        <p:nvPicPr>
          <p:cNvPr id="6" name="Picture 5" descr="A diagram of a machine&#10;&#10;AI-generated content may be incorrect.">
            <a:extLst>
              <a:ext uri="{FF2B5EF4-FFF2-40B4-BE49-F238E27FC236}">
                <a16:creationId xmlns:a16="http://schemas.microsoft.com/office/drawing/2014/main" id="{78AAF2D6-1B9B-DD84-E423-A2D0B1CE5B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973" y="3636391"/>
            <a:ext cx="1325916" cy="17230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C507BB0-5A04-DF18-5959-2E8D39ED4965}"/>
              </a:ext>
            </a:extLst>
          </p:cNvPr>
          <p:cNvSpPr txBox="1"/>
          <p:nvPr/>
        </p:nvSpPr>
        <p:spPr>
          <a:xfrm>
            <a:off x="7064829" y="3636391"/>
            <a:ext cx="313587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verify robust stability, we first express our uncertain system in M-Delta form. </a:t>
            </a:r>
          </a:p>
          <a:p>
            <a:endParaRPr lang="en-US" dirty="0"/>
          </a:p>
          <a:p>
            <a:r>
              <a:rPr lang="en-US" dirty="0"/>
              <a:t>For robust stability we need to verify that M is asymptotically stable and that its maximum singular value is less than one for every frequency.</a:t>
            </a:r>
            <a:endParaRPr lang="it-IT" dirty="0"/>
          </a:p>
        </p:txBody>
      </p:sp>
      <p:pic>
        <p:nvPicPr>
          <p:cNvPr id="12" name="Picture 11" descr="A diagram of a block diagram&#10;&#10;AI-generated content may be incorrect.">
            <a:extLst>
              <a:ext uri="{FF2B5EF4-FFF2-40B4-BE49-F238E27FC236}">
                <a16:creationId xmlns:a16="http://schemas.microsoft.com/office/drawing/2014/main" id="{B18ACD9B-7DF6-D0F3-8A3D-8CFB583E26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110" y="1246996"/>
            <a:ext cx="4769372" cy="1974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0323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aph of a pole-zero map&#10;&#10;AI-generated content may be incorrect.">
            <a:extLst>
              <a:ext uri="{FF2B5EF4-FFF2-40B4-BE49-F238E27FC236}">
                <a16:creationId xmlns:a16="http://schemas.microsoft.com/office/drawing/2014/main" id="{42159AA4-4BDF-C2A6-1B68-CA23AC6518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" y="2028091"/>
            <a:ext cx="5224627" cy="391847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39E65C-539B-0B8B-BE48-FE8D43EC1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22</a:t>
            </a:fld>
            <a:r>
              <a:rPr lang="it-IT"/>
              <a:t>/XX</a:t>
            </a:r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4118BE-7D61-D66F-74EF-16478E9A7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Robust Stability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4B3522A-9384-1A5B-1DEA-74A608E655B7}"/>
                  </a:ext>
                </a:extLst>
              </p:cNvPr>
              <p:cNvSpPr txBox="1"/>
              <p:nvPr/>
            </p:nvSpPr>
            <p:spPr>
              <a:xfrm>
                <a:off x="487680" y="1381760"/>
                <a:ext cx="625856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Check on the poles of M, because neccesary condition for the stability of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it-IT" dirty="0"/>
                  <a:t> is that it must not have positive poles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4B3522A-9384-1A5B-1DEA-74A608E655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" y="1381760"/>
                <a:ext cx="6258560" cy="646331"/>
              </a:xfrm>
              <a:prstGeom prst="rect">
                <a:avLst/>
              </a:prstGeom>
              <a:blipFill>
                <a:blip r:embed="rId3"/>
                <a:stretch>
                  <a:fillRect l="-779" t="-5660" b="-1415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07E0768-B10B-E286-D417-1AC8D3871D30}"/>
              </a:ext>
            </a:extLst>
          </p:cNvPr>
          <p:cNvSpPr txBox="1"/>
          <p:nvPr/>
        </p:nvSpPr>
        <p:spPr>
          <a:xfrm>
            <a:off x="9153064" y="3124538"/>
            <a:ext cx="25512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Plotting poles of M we can observe that all of them are with negative real part, so M internal stability is satisfied</a:t>
            </a:r>
            <a:endParaRPr lang="it-IT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0DDA98-3E92-9ADF-A6D8-8BB15041C8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2419" y="3372786"/>
            <a:ext cx="2768414" cy="122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5819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89651-0070-6907-588B-7B9A0D8E2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graph of a normalized value of m&#10;&#10;AI-generated content may be incorrect.">
            <a:extLst>
              <a:ext uri="{FF2B5EF4-FFF2-40B4-BE49-F238E27FC236}">
                <a16:creationId xmlns:a16="http://schemas.microsoft.com/office/drawing/2014/main" id="{A740ED1F-85E3-3467-0D50-7FE3948E1A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4639" y="3060645"/>
            <a:ext cx="4129562" cy="309717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FB8354-5699-9EF0-F99A-6C3A9E37A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23</a:t>
            </a:fld>
            <a:r>
              <a:rPr lang="it-IT"/>
              <a:t>/XX</a:t>
            </a:r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EA7B17-B8E2-FCAB-F50D-B1F3E0522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Robust Stability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22C7FC-090D-31E3-CBB9-0B8989062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574" y="1316200"/>
            <a:ext cx="5837426" cy="3132091"/>
          </a:xfrm>
          <a:prstGeom prst="rect">
            <a:avLst/>
          </a:prstGeom>
        </p:spPr>
      </p:pic>
      <p:pic>
        <p:nvPicPr>
          <p:cNvPr id="7" name="Picture 6" descr="A diagram of a machine&#10;&#10;AI-generated content may be incorrect.">
            <a:extLst>
              <a:ext uri="{FF2B5EF4-FFF2-40B4-BE49-F238E27FC236}">
                <a16:creationId xmlns:a16="http://schemas.microsoft.com/office/drawing/2014/main" id="{1D0CEA09-7E5E-B9FF-CD32-BB3B16DCC9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0153" y="1114470"/>
            <a:ext cx="3278533" cy="17677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E3594F-70D2-68D3-5861-AC9BDB52FF4A}"/>
              </a:ext>
            </a:extLst>
          </p:cNvPr>
          <p:cNvSpPr txBox="1"/>
          <p:nvPr/>
        </p:nvSpPr>
        <p:spPr>
          <a:xfrm>
            <a:off x="258574" y="4476982"/>
            <a:ext cx="58374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Since our delta matrix is not full but diagonal, we can use D scaling: we use </a:t>
            </a:r>
            <a:r>
              <a:rPr lang="en-US" dirty="0">
                <a:solidFill>
                  <a:srgbClr val="00B0F0"/>
                </a:solidFill>
              </a:rPr>
              <a:t>fsolve</a:t>
            </a:r>
            <a:r>
              <a:rPr lang="en-US" dirty="0"/>
              <a:t> to find the diagonal D matrix that minimizes the maximum singular value</a:t>
            </a:r>
          </a:p>
          <a:p>
            <a:endParaRPr lang="en-US" dirty="0"/>
          </a:p>
          <a:p>
            <a:r>
              <a:rPr lang="en-US" dirty="0"/>
              <a:t>We can observe a very low maximum singular value, coherent with our very high stability margins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325716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B3476-F3B0-5A87-F3FB-C869B682F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FB7F65-E0CE-D39E-ACE4-393A626B7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24</a:t>
            </a:fld>
            <a:r>
              <a:rPr lang="it-IT"/>
              <a:t>/XX</a:t>
            </a:r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CF9212-6B43-0616-6DF5-5774285AA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Robust Performance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56EAE9-424E-08CE-BD1F-9D3AF4343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" y="2787461"/>
            <a:ext cx="6180356" cy="33683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F1CCD5-4E20-2F98-C2F0-DD148A899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187" y="3114098"/>
            <a:ext cx="4442187" cy="884933"/>
          </a:xfrm>
          <a:prstGeom prst="rect">
            <a:avLst/>
          </a:prstGeom>
        </p:spPr>
      </p:pic>
      <p:pic>
        <p:nvPicPr>
          <p:cNvPr id="9" name="Picture 8" descr="A diagram of a block diagram&#10;&#10;AI-generated content may be incorrect.">
            <a:extLst>
              <a:ext uri="{FF2B5EF4-FFF2-40B4-BE49-F238E27FC236}">
                <a16:creationId xmlns:a16="http://schemas.microsoft.com/office/drawing/2014/main" id="{9527FE5A-E6CB-33AE-B215-A1C635B860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37" y="1119070"/>
            <a:ext cx="7001491" cy="1668391"/>
          </a:xfrm>
          <a:prstGeom prst="rect">
            <a:avLst/>
          </a:prstGeom>
        </p:spPr>
      </p:pic>
      <p:pic>
        <p:nvPicPr>
          <p:cNvPr id="4" name="Picture 3" descr="A diagram of a block diagram&#10;&#10;AI-generated content may be incorrect.">
            <a:extLst>
              <a:ext uri="{FF2B5EF4-FFF2-40B4-BE49-F238E27FC236}">
                <a16:creationId xmlns:a16="http://schemas.microsoft.com/office/drawing/2014/main" id="{BE32D52A-9A03-A284-AB16-3AC21A7723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6198" y="1119070"/>
            <a:ext cx="3460733" cy="18695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F260DA-A2C7-B813-81F8-273B577E78AC}"/>
              </a:ext>
            </a:extLst>
          </p:cNvPr>
          <p:cNvSpPr txBox="1"/>
          <p:nvPr/>
        </p:nvSpPr>
        <p:spPr>
          <a:xfrm>
            <a:off x="6931187" y="4124468"/>
            <a:ext cx="49607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"S. </a:t>
            </a:r>
            <a:r>
              <a:rPr lang="en-US" dirty="0" err="1"/>
              <a:t>Skogestad</a:t>
            </a:r>
            <a:r>
              <a:rPr lang="en-US" dirty="0"/>
              <a:t>, I. Postlethwaite, Multivariable Feedback Control Analysis and Design" we know that robust performance is equivalent to the robust stability of our system with a perturbation. </a:t>
            </a:r>
          </a:p>
          <a:p>
            <a:endParaRPr lang="en-US" dirty="0"/>
          </a:p>
          <a:p>
            <a:r>
              <a:rPr lang="en-US" dirty="0"/>
              <a:t>Having expressed our perturbed system in M-delta form we perform the steps outlined previously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640292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3A650-AA2C-38E5-756E-0051FF69D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35A134-D9BB-8439-BE02-834ABC6B2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25</a:t>
            </a:fld>
            <a:r>
              <a:rPr lang="it-IT"/>
              <a:t>/XX</a:t>
            </a:r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431678-1038-E58C-74EA-211212FBB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Robust Performance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649B37-C22A-8657-14DA-50EF6F9A01EC}"/>
                  </a:ext>
                </a:extLst>
              </p:cNvPr>
              <p:cNvSpPr txBox="1"/>
              <p:nvPr/>
            </p:nvSpPr>
            <p:spPr>
              <a:xfrm>
                <a:off x="487680" y="1290903"/>
                <a:ext cx="64516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Again we must check the poles of M, because neccesary condition for the stability of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it-IT" dirty="0"/>
                  <a:t> is that it must not have positive poles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649B37-C22A-8657-14DA-50EF6F9A01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" y="1290903"/>
                <a:ext cx="6451600" cy="646331"/>
              </a:xfrm>
              <a:prstGeom prst="rect">
                <a:avLst/>
              </a:prstGeom>
              <a:blipFill>
                <a:blip r:embed="rId2"/>
                <a:stretch>
                  <a:fillRect l="-756" t="-5660" b="-1415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FA8A85B-E1E1-D220-05E0-CABA553026D6}"/>
              </a:ext>
            </a:extLst>
          </p:cNvPr>
          <p:cNvSpPr txBox="1"/>
          <p:nvPr/>
        </p:nvSpPr>
        <p:spPr>
          <a:xfrm>
            <a:off x="9153064" y="3124538"/>
            <a:ext cx="25512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Plotting poles of M we can observe that all of them are with negative real part, so M internal stability is satisfied</a:t>
            </a:r>
            <a:endParaRPr lang="it-IT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32B0B1-3661-4FB5-89B1-05E30D68E6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674"/>
          <a:stretch>
            <a:fillRect/>
          </a:stretch>
        </p:blipFill>
        <p:spPr>
          <a:xfrm>
            <a:off x="5712307" y="3264515"/>
            <a:ext cx="2551256" cy="1337351"/>
          </a:xfrm>
          <a:prstGeom prst="rect">
            <a:avLst/>
          </a:prstGeom>
        </p:spPr>
      </p:pic>
      <p:pic>
        <p:nvPicPr>
          <p:cNvPr id="11" name="Picture 10" descr="A graph of a pole-zero map&#10;&#10;AI-generated content may be incorrect.">
            <a:extLst>
              <a:ext uri="{FF2B5EF4-FFF2-40B4-BE49-F238E27FC236}">
                <a16:creationId xmlns:a16="http://schemas.microsoft.com/office/drawing/2014/main" id="{588D4857-5109-5379-EBAE-2F6B8C8108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" y="2058193"/>
            <a:ext cx="4999990" cy="374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5225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393A0-0F27-8B38-850D-5274240A0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CA60BC-9A2C-9266-7A6C-888B478F5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26</a:t>
            </a:fld>
            <a:r>
              <a:rPr lang="it-IT"/>
              <a:t>/XX</a:t>
            </a:r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4D85D1-50E1-EE28-0EE2-8C959D3C7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Robust Performance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C4449D8-5929-E37C-0978-528DE2CEA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95" y="3163335"/>
            <a:ext cx="5829805" cy="21109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2E21A5-0DE2-BEBE-2834-1CA4BD74E5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95"/>
          <a:stretch>
            <a:fillRect/>
          </a:stretch>
        </p:blipFill>
        <p:spPr>
          <a:xfrm>
            <a:off x="245305" y="1126225"/>
            <a:ext cx="5837426" cy="20741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9B895D4-AD67-CDAE-2771-2A5B918E45FB}"/>
              </a:ext>
            </a:extLst>
          </p:cNvPr>
          <p:cNvSpPr txBox="1"/>
          <p:nvPr/>
        </p:nvSpPr>
        <p:spPr>
          <a:xfrm>
            <a:off x="7076626" y="4808445"/>
            <a:ext cx="39373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observe a maximum singular value less than one, thus robust performance is verified for our system.</a:t>
            </a:r>
            <a:endParaRPr lang="it-IT" dirty="0"/>
          </a:p>
        </p:txBody>
      </p:sp>
      <p:pic>
        <p:nvPicPr>
          <p:cNvPr id="14" name="Picture 13" descr="A graph of a frequency&#10;&#10;AI-generated content may be incorrect.">
            <a:extLst>
              <a:ext uri="{FF2B5EF4-FFF2-40B4-BE49-F238E27FC236}">
                <a16:creationId xmlns:a16="http://schemas.microsoft.com/office/drawing/2014/main" id="{CC1BF91E-C54B-8F3E-8688-5DD6BFDF5E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626" y="1126225"/>
            <a:ext cx="4338735" cy="325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1739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2C91D9-93CB-CFD0-0276-62CB0C4C8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27</a:t>
            </a:fld>
            <a:r>
              <a:rPr lang="it-IT"/>
              <a:t>/XX</a:t>
            </a:r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237CD8F-5DCF-64A2-EAAF-26CBBB03A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Robust Performance – Additional Analisys</a:t>
            </a:r>
          </a:p>
        </p:txBody>
      </p:sp>
      <p:pic>
        <p:nvPicPr>
          <p:cNvPr id="5" name="Picture 4" descr="A graph of a function&#10;&#10;AI-generated content may be incorrect.">
            <a:extLst>
              <a:ext uri="{FF2B5EF4-FFF2-40B4-BE49-F238E27FC236}">
                <a16:creationId xmlns:a16="http://schemas.microsoft.com/office/drawing/2014/main" id="{3F8DA023-B955-8B99-6D61-A066C82C01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59" y="1324372"/>
            <a:ext cx="5612341" cy="4209256"/>
          </a:xfrm>
          <a:prstGeom prst="rect">
            <a:avLst/>
          </a:prstGeom>
        </p:spPr>
      </p:pic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B192E085-826C-2C23-77CF-AC39B5B02C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24372"/>
            <a:ext cx="5612341" cy="4209256"/>
          </a:xfrm>
          <a:prstGeom prst="rect">
            <a:avLst/>
          </a:prstGeom>
        </p:spPr>
      </p:pic>
      <p:pic>
        <p:nvPicPr>
          <p:cNvPr id="9" name="Picture 8" descr="A graph of a function&#10;&#10;AI-generated content may be incorrect.">
            <a:extLst>
              <a:ext uri="{FF2B5EF4-FFF2-40B4-BE49-F238E27FC236}">
                <a16:creationId xmlns:a16="http://schemas.microsoft.com/office/drawing/2014/main" id="{787CD842-C73C-F93E-B588-71EC6F34C2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8" t="4501" r="7707" b="4480"/>
          <a:stretch>
            <a:fillRect/>
          </a:stretch>
        </p:blipFill>
        <p:spPr>
          <a:xfrm>
            <a:off x="8341359" y="3068320"/>
            <a:ext cx="3088641" cy="2465308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DE71E5-0B77-BC0E-EE80-4AA5F7ACE08A}"/>
              </a:ext>
            </a:extLst>
          </p:cNvPr>
          <p:cNvCxnSpPr>
            <a:cxnSpLocks/>
          </p:cNvCxnSpPr>
          <p:nvPr/>
        </p:nvCxnSpPr>
        <p:spPr>
          <a:xfrm flipH="1">
            <a:off x="8575040" y="1635760"/>
            <a:ext cx="853440" cy="1513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B90F127-895E-6F7F-FA92-5C4B5B4AEE31}"/>
              </a:ext>
            </a:extLst>
          </p:cNvPr>
          <p:cNvCxnSpPr>
            <a:cxnSpLocks/>
          </p:cNvCxnSpPr>
          <p:nvPr/>
        </p:nvCxnSpPr>
        <p:spPr>
          <a:xfrm>
            <a:off x="9428480" y="1635760"/>
            <a:ext cx="1910080" cy="1513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91197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4CDFB1B7-B4B4-DE4B-D7F3-7AD34ADF1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28</a:t>
            </a:fld>
            <a:r>
              <a:rPr lang="it-IT"/>
              <a:t>/XX</a:t>
            </a:r>
            <a:endParaRPr lang="it-IT" dirty="0"/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26F4B472-4A71-45FE-2F41-5CCC9AD3D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Montecarlo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930344-D013-8EBF-182C-578D1D67E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56" y="1138685"/>
            <a:ext cx="5025317" cy="490499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22902B-61E5-0765-B97B-CC233248A6D8}"/>
                  </a:ext>
                </a:extLst>
              </p:cNvPr>
              <p:cNvSpPr txBox="1"/>
              <p:nvPr/>
            </p:nvSpPr>
            <p:spPr>
              <a:xfrm>
                <a:off x="6383547" y="1449238"/>
                <a:ext cx="5025317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To correctly run the Montecarlo Analysis was crucial to have gaussian distribution for the uncertainties, which is obtained with </a:t>
                </a:r>
                <a:r>
                  <a:rPr lang="it-IT" dirty="0">
                    <a:solidFill>
                      <a:srgbClr val="00B0F0"/>
                    </a:solidFill>
                  </a:rPr>
                  <a:t>normrnd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it-IT" dirty="0">
                  <a:solidFill>
                    <a:srgbClr val="00B0F0"/>
                  </a:solidFill>
                </a:endParaRPr>
              </a:p>
              <a:p>
                <a:r>
                  <a:rPr lang="it-IT" dirty="0"/>
                  <a:t>A struct with the new values of the system parameters is created and substitued in the system with </a:t>
                </a:r>
                <a:r>
                  <a:rPr lang="it-IT" dirty="0">
                    <a:solidFill>
                      <a:srgbClr val="00B0F0"/>
                    </a:solidFill>
                  </a:rPr>
                  <a:t>usubs</a:t>
                </a:r>
                <a:r>
                  <a:rPr lang="it-IT" dirty="0"/>
                  <a:t>, this result as a better option than create the matrixes at every step, from a computational view point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it-IT" dirty="0"/>
              </a:p>
              <a:p>
                <a:r>
                  <a:rPr lang="it-IT" dirty="0"/>
                  <a:t>Complementary sensitivity function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dirty="0"/>
                  <a:t> and control sensitivity function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dirty="0"/>
                  <a:t> are retrived to compute nominal performance and control effort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22902B-61E5-0765-B97B-CC233248A6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3547" y="1449238"/>
                <a:ext cx="5025317" cy="3693319"/>
              </a:xfrm>
              <a:prstGeom prst="rect">
                <a:avLst/>
              </a:prstGeom>
              <a:blipFill>
                <a:blip r:embed="rId3"/>
                <a:stretch>
                  <a:fillRect l="-970" t="-990" r="-1576" b="-165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5BEDF1D5-C04A-DAE4-3FF8-DF606C516A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79" y="1175409"/>
            <a:ext cx="2753595" cy="78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9965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C8C5B-0602-60E1-2BDE-B95428F78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437A14-36F7-3A6A-3974-EF246066C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29</a:t>
            </a:fld>
            <a:r>
              <a:rPr lang="it-IT"/>
              <a:t>/XX</a:t>
            </a:r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2E0470-C920-96B5-A446-B21373C4E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Montecarlo Analysis – Nominal Performance</a:t>
            </a:r>
          </a:p>
        </p:txBody>
      </p:sp>
      <p:pic>
        <p:nvPicPr>
          <p:cNvPr id="5" name="Picture 4" descr="A graph showing a number of numbers&#10;&#10;AI-generated content may be incorrect.">
            <a:extLst>
              <a:ext uri="{FF2B5EF4-FFF2-40B4-BE49-F238E27FC236}">
                <a16:creationId xmlns:a16="http://schemas.microsoft.com/office/drawing/2014/main" id="{06E4F8C9-299D-97AF-9044-C73E4065F3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532" y="1501178"/>
            <a:ext cx="5140856" cy="3855642"/>
          </a:xfrm>
          <a:prstGeom prst="rect">
            <a:avLst/>
          </a:prstGeom>
        </p:spPr>
      </p:pic>
      <p:pic>
        <p:nvPicPr>
          <p:cNvPr id="8" name="Picture 7" descr="A graph of values&#10;&#10;AI-generated content may be incorrect.">
            <a:extLst>
              <a:ext uri="{FF2B5EF4-FFF2-40B4-BE49-F238E27FC236}">
                <a16:creationId xmlns:a16="http://schemas.microsoft.com/office/drawing/2014/main" id="{DD66E48E-B03E-4C18-B12F-65EF56880B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9613" y="1501179"/>
            <a:ext cx="5140855" cy="38556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522C44-9E06-367C-9C36-B812ECBF83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0244" y="5356820"/>
            <a:ext cx="3441491" cy="5944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3F8E601-A42E-DFD4-ECD9-98926C00388D}"/>
              </a:ext>
            </a:extLst>
          </p:cNvPr>
          <p:cNvSpPr txBox="1"/>
          <p:nvPr/>
        </p:nvSpPr>
        <p:spPr>
          <a:xfrm>
            <a:off x="5428068" y="5356820"/>
            <a:ext cx="67639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We notice that the settling time converges fairly quickly and from the histogram we see that all the values fall below the target treshold</a:t>
            </a:r>
          </a:p>
        </p:txBody>
      </p:sp>
    </p:spTree>
    <p:extLst>
      <p:ext uri="{BB962C8B-B14F-4D97-AF65-F5344CB8AC3E}">
        <p14:creationId xmlns:p14="http://schemas.microsoft.com/office/powerpoint/2010/main" val="4411176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AABA9C-3AEE-8BDF-4915-D90CBCC3F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30</a:t>
            </a:fld>
            <a:r>
              <a:rPr lang="it-IT"/>
              <a:t>/XX</a:t>
            </a:r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B7D670-07FD-477D-398F-4F4CE3F3E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Montecarlo Analysis – Nominal Performance</a:t>
            </a:r>
          </a:p>
        </p:txBody>
      </p:sp>
      <p:pic>
        <p:nvPicPr>
          <p:cNvPr id="7" name="Picture 6" descr="A graph showing a number of numbers&#10;&#10;AI-generated content may be incorrect.">
            <a:extLst>
              <a:ext uri="{FF2B5EF4-FFF2-40B4-BE49-F238E27FC236}">
                <a16:creationId xmlns:a16="http://schemas.microsoft.com/office/drawing/2014/main" id="{A5E427CD-2135-4C91-6421-D58E2BB8E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892" y="1523794"/>
            <a:ext cx="5080548" cy="3810411"/>
          </a:xfrm>
          <a:prstGeom prst="rect">
            <a:avLst/>
          </a:prstGeom>
        </p:spPr>
      </p:pic>
      <p:pic>
        <p:nvPicPr>
          <p:cNvPr id="9" name="Picture 8" descr="A graph of a graph of values&#10;&#10;AI-generated content may be incorrect.">
            <a:extLst>
              <a:ext uri="{FF2B5EF4-FFF2-40B4-BE49-F238E27FC236}">
                <a16:creationId xmlns:a16="http://schemas.microsoft.com/office/drawing/2014/main" id="{A7194058-06FE-78AA-E33E-1E1832F01B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8562" y="1523794"/>
            <a:ext cx="5080547" cy="38104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E0E585-D748-A577-22A1-ACEF63B842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0658" y="5334204"/>
            <a:ext cx="3260663" cy="6500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496A81-A686-CB3E-C7F5-5E5C6A4B2D6A}"/>
              </a:ext>
            </a:extLst>
          </p:cNvPr>
          <p:cNvSpPr txBox="1"/>
          <p:nvPr/>
        </p:nvSpPr>
        <p:spPr>
          <a:xfrm>
            <a:off x="6096000" y="5523709"/>
            <a:ext cx="5577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observe the same for the maximum control effort. </a:t>
            </a:r>
          </a:p>
          <a:p>
            <a:r>
              <a:rPr lang="en-US" dirty="0"/>
              <a:t>In this case the threshold is even outside the picture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778533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graph showing a curve&#10;&#10;AI-generated content may be incorrect.">
            <a:extLst>
              <a:ext uri="{FF2B5EF4-FFF2-40B4-BE49-F238E27FC236}">
                <a16:creationId xmlns:a16="http://schemas.microsoft.com/office/drawing/2014/main" id="{E72011A6-A320-E9B6-94F9-2018E27500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6" r="5854"/>
          <a:stretch>
            <a:fillRect/>
          </a:stretch>
        </p:blipFill>
        <p:spPr>
          <a:xfrm>
            <a:off x="212125" y="1786117"/>
            <a:ext cx="4395045" cy="370409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D51761-BF5E-A943-FD5C-64E38BC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31</a:t>
            </a:fld>
            <a:r>
              <a:rPr lang="it-IT"/>
              <a:t>/XX</a:t>
            </a:r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44ADA4-DE6F-51DA-C25B-7783892A3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Montecarlo Analysis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8FC901-0A85-EE2B-6D66-282B772C5055}"/>
              </a:ext>
            </a:extLst>
          </p:cNvPr>
          <p:cNvSpPr txBox="1"/>
          <p:nvPr/>
        </p:nvSpPr>
        <p:spPr>
          <a:xfrm>
            <a:off x="4856655" y="1786118"/>
            <a:ext cx="6551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Overshoot convergence is not smooth as the others because most of the vaues are zero and the few non-zero values cause spikes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4E4722-565A-E9A1-AEF2-A5098E48DB42}"/>
              </a:ext>
            </a:extLst>
          </p:cNvPr>
          <p:cNvSpPr txBox="1"/>
          <p:nvPr/>
        </p:nvSpPr>
        <p:spPr>
          <a:xfrm>
            <a:off x="4942743" y="5432892"/>
            <a:ext cx="5619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Overshoot is expected to be below the target 99.7% of the cases with a 99.9% confidence</a:t>
            </a:r>
          </a:p>
        </p:txBody>
      </p:sp>
      <p:pic>
        <p:nvPicPr>
          <p:cNvPr id="11" name="Picture 10" descr="A graph of values and values&#10;&#10;AI-generated content may be incorrect.">
            <a:extLst>
              <a:ext uri="{FF2B5EF4-FFF2-40B4-BE49-F238E27FC236}">
                <a16:creationId xmlns:a16="http://schemas.microsoft.com/office/drawing/2014/main" id="{53631E8A-1B1F-ACF6-8A22-A8420138B9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6655" y="2572611"/>
            <a:ext cx="3626827" cy="2720120"/>
          </a:xfrm>
          <a:prstGeom prst="rect">
            <a:avLst/>
          </a:prstGeom>
        </p:spPr>
      </p:pic>
      <p:pic>
        <p:nvPicPr>
          <p:cNvPr id="13" name="Picture 12" descr="A graph of values and values&#10;&#10;AI-generated content may be incorrect.">
            <a:extLst>
              <a:ext uri="{FF2B5EF4-FFF2-40B4-BE49-F238E27FC236}">
                <a16:creationId xmlns:a16="http://schemas.microsoft.com/office/drawing/2014/main" id="{1F4E8FD7-E2D2-B405-7DDA-F3F942BA21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3048" y="2572611"/>
            <a:ext cx="3626827" cy="27201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1D9ED9-119B-0BD9-BF96-64EE252B92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155" y="5432892"/>
            <a:ext cx="3230984" cy="621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9522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CD29B4BA-E71F-7A79-3BF6-6B2FB6196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32</a:t>
            </a:fld>
            <a:r>
              <a:rPr lang="it-IT"/>
              <a:t>/XX</a:t>
            </a:r>
            <a:endParaRPr lang="it-IT" dirty="0"/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B510C9C3-FF56-1EA2-3EF6-D66786F62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Conclusions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123CFD-4CE2-9533-507E-31F52F627ADA}"/>
              </a:ext>
            </a:extLst>
          </p:cNvPr>
          <p:cNvSpPr txBox="1"/>
          <p:nvPr/>
        </p:nvSpPr>
        <p:spPr>
          <a:xfrm>
            <a:off x="3544077" y="4870580"/>
            <a:ext cx="51038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END</a:t>
            </a:r>
          </a:p>
          <a:p>
            <a:pPr algn="ctr"/>
            <a:endParaRPr lang="it-IT" dirty="0"/>
          </a:p>
          <a:p>
            <a:pPr algn="ctr"/>
            <a:r>
              <a:rPr lang="it-IT" dirty="0"/>
              <a:t>Thank you for the attention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D7D70C-B241-0C0E-4A7D-373E50398F39}"/>
              </a:ext>
            </a:extLst>
          </p:cNvPr>
          <p:cNvSpPr txBox="1"/>
          <p:nvPr/>
        </p:nvSpPr>
        <p:spPr>
          <a:xfrm>
            <a:off x="1875453" y="1548882"/>
            <a:ext cx="80523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/>
          </a:p>
          <a:p>
            <a:r>
              <a:rPr lang="it-IT" dirty="0"/>
              <a:t>We obtained succesfully a controller for the lateral dynamics which </a:t>
            </a:r>
            <a:r>
              <a:rPr lang="it-IT" dirty="0" err="1"/>
              <a:t>allows</a:t>
            </a:r>
            <a:r>
              <a:rPr lang="it-IT" dirty="0"/>
              <a:t> the closed-loop system to meet all the requirements</a:t>
            </a:r>
          </a:p>
          <a:p>
            <a:endParaRPr lang="it-IT" dirty="0"/>
          </a:p>
          <a:p>
            <a:r>
              <a:rPr lang="it-IT" dirty="0"/>
              <a:t>We proved that stability and performance are robust with respect to uncertainties</a:t>
            </a:r>
          </a:p>
          <a:p>
            <a:endParaRPr lang="it-IT" dirty="0"/>
          </a:p>
          <a:p>
            <a:r>
              <a:rPr lang="it-IT" dirty="0"/>
              <a:t>We verified the validity of our analysis with montecarlo simulations</a:t>
            </a:r>
          </a:p>
        </p:txBody>
      </p:sp>
    </p:spTree>
    <p:extLst>
      <p:ext uri="{BB962C8B-B14F-4D97-AF65-F5344CB8AC3E}">
        <p14:creationId xmlns:p14="http://schemas.microsoft.com/office/powerpoint/2010/main" val="3959860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7942</TotalTime>
  <Words>1406</Words>
  <Application>Microsoft Office PowerPoint</Application>
  <PresentationFormat>Widescreen</PresentationFormat>
  <Paragraphs>168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Calibri Light</vt:lpstr>
      <vt:lpstr>Cambria Math</vt:lpstr>
      <vt:lpstr>Wingdings</vt:lpstr>
      <vt:lpstr>Office Theme</vt:lpstr>
      <vt:lpstr>Aerospace Control Systems Exam Project</vt:lpstr>
      <vt:lpstr>Introduction</vt:lpstr>
      <vt:lpstr>Assignement Overview</vt:lpstr>
      <vt:lpstr>System Model</vt:lpstr>
      <vt:lpstr>System Model</vt:lpstr>
      <vt:lpstr>System Model – Poles and Zeros</vt:lpstr>
      <vt:lpstr>System Model – Bode Plot</vt:lpstr>
      <vt:lpstr>System Model – Step Response</vt:lpstr>
      <vt:lpstr>System Model - Closed Loop</vt:lpstr>
      <vt:lpstr>Performance Requirements</vt:lpstr>
      <vt:lpstr>Performance Requirements - Nominal Performance    </vt:lpstr>
      <vt:lpstr>Performance Requirements – Nominal Performance</vt:lpstr>
      <vt:lpstr>Performance Requirements – Nominal Performance</vt:lpstr>
      <vt:lpstr>Performance Requirements – Control Effort</vt:lpstr>
      <vt:lpstr>Performance Requirements – Control Effort</vt:lpstr>
      <vt:lpstr>Closed-Loop Analysis</vt:lpstr>
      <vt:lpstr>Closed-Loop Analysis – Nominal Time Response</vt:lpstr>
      <vt:lpstr>Closed-Loop Analysis – Nominal Performance</vt:lpstr>
      <vt:lpstr>Closed-Loop Analysis – Control Effort</vt:lpstr>
      <vt:lpstr>Closed-Loop Analysis – Stability Margins</vt:lpstr>
      <vt:lpstr>Robust Stability</vt:lpstr>
      <vt:lpstr>Robust Stability</vt:lpstr>
      <vt:lpstr>Robust Stability</vt:lpstr>
      <vt:lpstr>Robust Performance</vt:lpstr>
      <vt:lpstr>Robust Performance</vt:lpstr>
      <vt:lpstr>Robust Performance</vt:lpstr>
      <vt:lpstr>Robust Performance – Additional Analisys</vt:lpstr>
      <vt:lpstr>Montecarlo Analysis</vt:lpstr>
      <vt:lpstr>Montecarlo Analysis – Nominal Performance</vt:lpstr>
      <vt:lpstr>Montecarlo Analysis – Nominal Performance</vt:lpstr>
      <vt:lpstr>Montecarlo Analysis 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Riccardo Simonetti</dc:creator>
  <cp:lastModifiedBy>Riccardo Caccia</cp:lastModifiedBy>
  <cp:revision>10</cp:revision>
  <dcterms:created xsi:type="dcterms:W3CDTF">2019-02-13T14:58:22Z</dcterms:created>
  <dcterms:modified xsi:type="dcterms:W3CDTF">2025-07-23T14:47:40Z</dcterms:modified>
</cp:coreProperties>
</file>